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88" r:id="rId3"/>
    <p:sldMasterId id="2147483703" r:id="rId4"/>
    <p:sldMasterId id="2147483717" r:id="rId5"/>
  </p:sldMasterIdLst>
  <p:notesMasterIdLst>
    <p:notesMasterId r:id="rId53"/>
  </p:notesMasterIdLst>
  <p:sldIdLst>
    <p:sldId id="257" r:id="rId6"/>
    <p:sldId id="258" r:id="rId7"/>
    <p:sldId id="344" r:id="rId8"/>
    <p:sldId id="345" r:id="rId9"/>
    <p:sldId id="350" r:id="rId10"/>
    <p:sldId id="347" r:id="rId11"/>
    <p:sldId id="351" r:id="rId12"/>
    <p:sldId id="373" r:id="rId13"/>
    <p:sldId id="352" r:id="rId14"/>
    <p:sldId id="353" r:id="rId15"/>
    <p:sldId id="302" r:id="rId16"/>
    <p:sldId id="374" r:id="rId17"/>
    <p:sldId id="359" r:id="rId18"/>
    <p:sldId id="360" r:id="rId19"/>
    <p:sldId id="355" r:id="rId20"/>
    <p:sldId id="291" r:id="rId21"/>
    <p:sldId id="304" r:id="rId22"/>
    <p:sldId id="305" r:id="rId23"/>
    <p:sldId id="356" r:id="rId24"/>
    <p:sldId id="366" r:id="rId25"/>
    <p:sldId id="301" r:id="rId26"/>
    <p:sldId id="303" r:id="rId27"/>
    <p:sldId id="357" r:id="rId28"/>
    <p:sldId id="358" r:id="rId29"/>
    <p:sldId id="313" r:id="rId30"/>
    <p:sldId id="296" r:id="rId31"/>
    <p:sldId id="361" r:id="rId32"/>
    <p:sldId id="256" r:id="rId33"/>
    <p:sldId id="330" r:id="rId34"/>
    <p:sldId id="331" r:id="rId35"/>
    <p:sldId id="260" r:id="rId36"/>
    <p:sldId id="367" r:id="rId37"/>
    <p:sldId id="338" r:id="rId38"/>
    <p:sldId id="339" r:id="rId39"/>
    <p:sldId id="340" r:id="rId40"/>
    <p:sldId id="341" r:id="rId41"/>
    <p:sldId id="318" r:id="rId42"/>
    <p:sldId id="363" r:id="rId43"/>
    <p:sldId id="297" r:id="rId44"/>
    <p:sldId id="372" r:id="rId45"/>
    <p:sldId id="370" r:id="rId46"/>
    <p:sldId id="368" r:id="rId47"/>
    <p:sldId id="371" r:id="rId48"/>
    <p:sldId id="320" r:id="rId49"/>
    <p:sldId id="364" r:id="rId50"/>
    <p:sldId id="314" r:id="rId51"/>
    <p:sldId id="284" r:id="rId5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71429A-E592-441C-BA26-829AB7F9FC64}" v="426" dt="2025-06-24T15:07:08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ableStyles" Target="tableStyle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, Yalong" userId="c9a3dc08-26f0-490d-b190-2780270c58e1" providerId="ADAL" clId="{D371429A-E592-441C-BA26-829AB7F9FC64}"/>
    <pc:docChg chg="undo redo custSel addSld delSld modSld sldOrd delMainMaster">
      <pc:chgData name="Pi, Yalong" userId="c9a3dc08-26f0-490d-b190-2780270c58e1" providerId="ADAL" clId="{D371429A-E592-441C-BA26-829AB7F9FC64}" dt="2025-06-24T15:07:08.854" v="1844"/>
      <pc:docMkLst>
        <pc:docMk/>
      </pc:docMkLst>
      <pc:sldChg chg="ord">
        <pc:chgData name="Pi, Yalong" userId="c9a3dc08-26f0-490d-b190-2780270c58e1" providerId="ADAL" clId="{D371429A-E592-441C-BA26-829AB7F9FC64}" dt="2025-06-23T15:18:38.156" v="1840"/>
        <pc:sldMkLst>
          <pc:docMk/>
          <pc:sldMk cId="3165973788" sldId="256"/>
        </pc:sldMkLst>
      </pc:sldChg>
      <pc:sldChg chg="modSp mod">
        <pc:chgData name="Pi, Yalong" userId="c9a3dc08-26f0-490d-b190-2780270c58e1" providerId="ADAL" clId="{D371429A-E592-441C-BA26-829AB7F9FC64}" dt="2025-06-10T16:30:21.194" v="144" actId="1035"/>
        <pc:sldMkLst>
          <pc:docMk/>
          <pc:sldMk cId="4198694095" sldId="257"/>
        </pc:sldMkLst>
        <pc:spChg chg="mod">
          <ac:chgData name="Pi, Yalong" userId="c9a3dc08-26f0-490d-b190-2780270c58e1" providerId="ADAL" clId="{D371429A-E592-441C-BA26-829AB7F9FC64}" dt="2025-06-10T16:30:21.194" v="144" actId="1035"/>
          <ac:spMkLst>
            <pc:docMk/>
            <pc:sldMk cId="4198694095" sldId="257"/>
            <ac:spMk id="2" creationId="{3AF92AA8-4E6E-4382-CB83-AD889C4AB817}"/>
          </ac:spMkLst>
        </pc:spChg>
        <pc:spChg chg="mod">
          <ac:chgData name="Pi, Yalong" userId="c9a3dc08-26f0-490d-b190-2780270c58e1" providerId="ADAL" clId="{D371429A-E592-441C-BA26-829AB7F9FC64}" dt="2025-06-10T16:30:21.194" v="144" actId="1035"/>
          <ac:spMkLst>
            <pc:docMk/>
            <pc:sldMk cId="4198694095" sldId="257"/>
            <ac:spMk id="3" creationId="{8E0ED617-EAFF-0E1A-5C8C-E0BF91B956C6}"/>
          </ac:spMkLst>
        </pc:spChg>
      </pc:sldChg>
      <pc:sldChg chg="delSp modSp mod">
        <pc:chgData name="Pi, Yalong" userId="c9a3dc08-26f0-490d-b190-2780270c58e1" providerId="ADAL" clId="{D371429A-E592-441C-BA26-829AB7F9FC64}" dt="2025-06-23T16:33:05.160" v="1842" actId="20577"/>
        <pc:sldMkLst>
          <pc:docMk/>
          <pc:sldMk cId="4045835701" sldId="258"/>
        </pc:sldMkLst>
        <pc:spChg chg="mod">
          <ac:chgData name="Pi, Yalong" userId="c9a3dc08-26f0-490d-b190-2780270c58e1" providerId="ADAL" clId="{D371429A-E592-441C-BA26-829AB7F9FC64}" dt="2025-06-23T16:33:05.160" v="1842" actId="20577"/>
          <ac:spMkLst>
            <pc:docMk/>
            <pc:sldMk cId="4045835701" sldId="258"/>
            <ac:spMk id="3" creationId="{521A0D01-6723-B43D-643F-FAD37D613F73}"/>
          </ac:spMkLst>
        </pc:spChg>
      </pc:sldChg>
      <pc:sldChg chg="addSp delSp modSp mod">
        <pc:chgData name="Pi, Yalong" userId="c9a3dc08-26f0-490d-b190-2780270c58e1" providerId="ADAL" clId="{D371429A-E592-441C-BA26-829AB7F9FC64}" dt="2025-06-11T18:08:59.078" v="842" actId="1076"/>
        <pc:sldMkLst>
          <pc:docMk/>
          <pc:sldMk cId="2713443184" sldId="260"/>
        </pc:sldMkLst>
        <pc:spChg chg="mod">
          <ac:chgData name="Pi, Yalong" userId="c9a3dc08-26f0-490d-b190-2780270c58e1" providerId="ADAL" clId="{D371429A-E592-441C-BA26-829AB7F9FC64}" dt="2025-06-10T21:46:57.488" v="584" actId="1076"/>
          <ac:spMkLst>
            <pc:docMk/>
            <pc:sldMk cId="2713443184" sldId="260"/>
            <ac:spMk id="2" creationId="{00000000-0000-0000-0000-000000000000}"/>
          </ac:spMkLst>
        </pc:spChg>
        <pc:spChg chg="add mod">
          <ac:chgData name="Pi, Yalong" userId="c9a3dc08-26f0-490d-b190-2780270c58e1" providerId="ADAL" clId="{D371429A-E592-441C-BA26-829AB7F9FC64}" dt="2025-06-11T18:08:59.078" v="842" actId="1076"/>
          <ac:spMkLst>
            <pc:docMk/>
            <pc:sldMk cId="2713443184" sldId="260"/>
            <ac:spMk id="26" creationId="{FFF9A45A-4744-503B-6456-E1FB8477ADFD}"/>
          </ac:spMkLst>
        </pc:spChg>
        <pc:picChg chg="add del mod">
          <ac:chgData name="Pi, Yalong" userId="c9a3dc08-26f0-490d-b190-2780270c58e1" providerId="ADAL" clId="{D371429A-E592-441C-BA26-829AB7F9FC64}" dt="2025-06-11T18:08:55.997" v="841" actId="1076"/>
          <ac:picMkLst>
            <pc:docMk/>
            <pc:sldMk cId="2713443184" sldId="260"/>
            <ac:picMk id="6" creationId="{00000000-0000-0000-0000-000000000000}"/>
          </ac:picMkLst>
        </pc:picChg>
      </pc:sldChg>
      <pc:sldChg chg="del">
        <pc:chgData name="Pi, Yalong" userId="c9a3dc08-26f0-490d-b190-2780270c58e1" providerId="ADAL" clId="{D371429A-E592-441C-BA26-829AB7F9FC64}" dt="2025-06-11T18:04:19.300" v="799" actId="47"/>
        <pc:sldMkLst>
          <pc:docMk/>
          <pc:sldMk cId="2915321706" sldId="261"/>
        </pc:sldMkLst>
      </pc:sldChg>
      <pc:sldChg chg="modSp del mod">
        <pc:chgData name="Pi, Yalong" userId="c9a3dc08-26f0-490d-b190-2780270c58e1" providerId="ADAL" clId="{D371429A-E592-441C-BA26-829AB7F9FC64}" dt="2025-06-10T18:41:32.084" v="153" actId="47"/>
        <pc:sldMkLst>
          <pc:docMk/>
          <pc:sldMk cId="2454668918" sldId="262"/>
        </pc:sldMkLst>
      </pc:sldChg>
      <pc:sldChg chg="del">
        <pc:chgData name="Pi, Yalong" userId="c9a3dc08-26f0-490d-b190-2780270c58e1" providerId="ADAL" clId="{D371429A-E592-441C-BA26-829AB7F9FC64}" dt="2025-06-11T18:04:19.300" v="799" actId="47"/>
        <pc:sldMkLst>
          <pc:docMk/>
          <pc:sldMk cId="1422768455" sldId="263"/>
        </pc:sldMkLst>
      </pc:sldChg>
      <pc:sldChg chg="del">
        <pc:chgData name="Pi, Yalong" userId="c9a3dc08-26f0-490d-b190-2780270c58e1" providerId="ADAL" clId="{D371429A-E592-441C-BA26-829AB7F9FC64}" dt="2025-06-11T18:04:19.300" v="799" actId="47"/>
        <pc:sldMkLst>
          <pc:docMk/>
          <pc:sldMk cId="2965347144" sldId="264"/>
        </pc:sldMkLst>
      </pc:sldChg>
      <pc:sldChg chg="delSp del mod">
        <pc:chgData name="Pi, Yalong" userId="c9a3dc08-26f0-490d-b190-2780270c58e1" providerId="ADAL" clId="{D371429A-E592-441C-BA26-829AB7F9FC64}" dt="2025-06-11T18:04:19.300" v="799" actId="47"/>
        <pc:sldMkLst>
          <pc:docMk/>
          <pc:sldMk cId="1691347498" sldId="265"/>
        </pc:sldMkLst>
      </pc:sldChg>
      <pc:sldChg chg="del">
        <pc:chgData name="Pi, Yalong" userId="c9a3dc08-26f0-490d-b190-2780270c58e1" providerId="ADAL" clId="{D371429A-E592-441C-BA26-829AB7F9FC64}" dt="2025-06-11T18:04:19.300" v="799" actId="47"/>
        <pc:sldMkLst>
          <pc:docMk/>
          <pc:sldMk cId="3228396033" sldId="266"/>
        </pc:sldMkLst>
      </pc:sldChg>
      <pc:sldChg chg="del">
        <pc:chgData name="Pi, Yalong" userId="c9a3dc08-26f0-490d-b190-2780270c58e1" providerId="ADAL" clId="{D371429A-E592-441C-BA26-829AB7F9FC64}" dt="2025-06-11T18:04:19.300" v="799" actId="47"/>
        <pc:sldMkLst>
          <pc:docMk/>
          <pc:sldMk cId="3676182088" sldId="267"/>
        </pc:sldMkLst>
      </pc:sldChg>
      <pc:sldChg chg="delSp del mod">
        <pc:chgData name="Pi, Yalong" userId="c9a3dc08-26f0-490d-b190-2780270c58e1" providerId="ADAL" clId="{D371429A-E592-441C-BA26-829AB7F9FC64}" dt="2025-06-11T18:04:19.300" v="799" actId="47"/>
        <pc:sldMkLst>
          <pc:docMk/>
          <pc:sldMk cId="1491867371" sldId="268"/>
        </pc:sldMkLst>
      </pc:sldChg>
      <pc:sldChg chg="addSp delSp modSp del mod">
        <pc:chgData name="Pi, Yalong" userId="c9a3dc08-26f0-490d-b190-2780270c58e1" providerId="ADAL" clId="{D371429A-E592-441C-BA26-829AB7F9FC64}" dt="2025-06-11T18:04:34.619" v="800" actId="2696"/>
        <pc:sldMkLst>
          <pc:docMk/>
          <pc:sldMk cId="946733427" sldId="269"/>
        </pc:sldMkLst>
      </pc:sldChg>
      <pc:sldChg chg="add del">
        <pc:chgData name="Pi, Yalong" userId="c9a3dc08-26f0-490d-b190-2780270c58e1" providerId="ADAL" clId="{D371429A-E592-441C-BA26-829AB7F9FC64}" dt="2025-06-11T18:24:14.259" v="851" actId="47"/>
        <pc:sldMkLst>
          <pc:docMk/>
          <pc:sldMk cId="1834101077" sldId="269"/>
        </pc:sldMkLst>
      </pc:sldChg>
      <pc:sldChg chg="del">
        <pc:chgData name="Pi, Yalong" userId="c9a3dc08-26f0-490d-b190-2780270c58e1" providerId="ADAL" clId="{D371429A-E592-441C-BA26-829AB7F9FC64}" dt="2025-06-11T18:09:50.816" v="845" actId="47"/>
        <pc:sldMkLst>
          <pc:docMk/>
          <pc:sldMk cId="1172869918" sldId="270"/>
        </pc:sldMkLst>
      </pc:sldChg>
      <pc:sldChg chg="del">
        <pc:chgData name="Pi, Yalong" userId="c9a3dc08-26f0-490d-b190-2780270c58e1" providerId="ADAL" clId="{D371429A-E592-441C-BA26-829AB7F9FC64}" dt="2025-06-11T18:09:51.850" v="846" actId="47"/>
        <pc:sldMkLst>
          <pc:docMk/>
          <pc:sldMk cId="2075814203" sldId="271"/>
        </pc:sldMkLst>
      </pc:sldChg>
      <pc:sldChg chg="del">
        <pc:chgData name="Pi, Yalong" userId="c9a3dc08-26f0-490d-b190-2780270c58e1" providerId="ADAL" clId="{D371429A-E592-441C-BA26-829AB7F9FC64}" dt="2025-06-11T18:09:53.587" v="847" actId="47"/>
        <pc:sldMkLst>
          <pc:docMk/>
          <pc:sldMk cId="2014870623" sldId="272"/>
        </pc:sldMkLst>
      </pc:sldChg>
      <pc:sldChg chg="del">
        <pc:chgData name="Pi, Yalong" userId="c9a3dc08-26f0-490d-b190-2780270c58e1" providerId="ADAL" clId="{D371429A-E592-441C-BA26-829AB7F9FC64}" dt="2025-06-11T18:09:54.288" v="848" actId="47"/>
        <pc:sldMkLst>
          <pc:docMk/>
          <pc:sldMk cId="632526257" sldId="273"/>
        </pc:sldMkLst>
      </pc:sldChg>
      <pc:sldChg chg="del">
        <pc:chgData name="Pi, Yalong" userId="c9a3dc08-26f0-490d-b190-2780270c58e1" providerId="ADAL" clId="{D371429A-E592-441C-BA26-829AB7F9FC64}" dt="2025-06-11T18:10:01.031" v="849" actId="47"/>
        <pc:sldMkLst>
          <pc:docMk/>
          <pc:sldMk cId="233085939" sldId="274"/>
        </pc:sldMkLst>
      </pc:sldChg>
      <pc:sldChg chg="del">
        <pc:chgData name="Pi, Yalong" userId="c9a3dc08-26f0-490d-b190-2780270c58e1" providerId="ADAL" clId="{D371429A-E592-441C-BA26-829AB7F9FC64}" dt="2025-06-11T18:25:06.681" v="854" actId="47"/>
        <pc:sldMkLst>
          <pc:docMk/>
          <pc:sldMk cId="936904056" sldId="275"/>
        </pc:sldMkLst>
      </pc:sldChg>
      <pc:sldChg chg="del">
        <pc:chgData name="Pi, Yalong" userId="c9a3dc08-26f0-490d-b190-2780270c58e1" providerId="ADAL" clId="{D371429A-E592-441C-BA26-829AB7F9FC64}" dt="2025-06-10T21:28:23.903" v="510" actId="47"/>
        <pc:sldMkLst>
          <pc:docMk/>
          <pc:sldMk cId="2006064494" sldId="276"/>
        </pc:sldMkLst>
      </pc:sldChg>
      <pc:sldChg chg="del">
        <pc:chgData name="Pi, Yalong" userId="c9a3dc08-26f0-490d-b190-2780270c58e1" providerId="ADAL" clId="{D371429A-E592-441C-BA26-829AB7F9FC64}" dt="2025-06-11T18:25:11.415" v="856" actId="47"/>
        <pc:sldMkLst>
          <pc:docMk/>
          <pc:sldMk cId="1453781182" sldId="277"/>
        </pc:sldMkLst>
      </pc:sldChg>
      <pc:sldChg chg="del">
        <pc:chgData name="Pi, Yalong" userId="c9a3dc08-26f0-490d-b190-2780270c58e1" providerId="ADAL" clId="{D371429A-E592-441C-BA26-829AB7F9FC64}" dt="2025-06-11T18:25:13.020" v="857" actId="47"/>
        <pc:sldMkLst>
          <pc:docMk/>
          <pc:sldMk cId="2002248766" sldId="278"/>
        </pc:sldMkLst>
      </pc:sldChg>
      <pc:sldChg chg="delSp del mod">
        <pc:chgData name="Pi, Yalong" userId="c9a3dc08-26f0-490d-b190-2780270c58e1" providerId="ADAL" clId="{D371429A-E592-441C-BA26-829AB7F9FC64}" dt="2025-06-11T18:25:14.951" v="858" actId="47"/>
        <pc:sldMkLst>
          <pc:docMk/>
          <pc:sldMk cId="2533066592" sldId="279"/>
        </pc:sldMkLst>
      </pc:sldChg>
      <pc:sldChg chg="del">
        <pc:chgData name="Pi, Yalong" userId="c9a3dc08-26f0-490d-b190-2780270c58e1" providerId="ADAL" clId="{D371429A-E592-441C-BA26-829AB7F9FC64}" dt="2025-06-11T18:25:15.999" v="859" actId="47"/>
        <pc:sldMkLst>
          <pc:docMk/>
          <pc:sldMk cId="1010142284" sldId="281"/>
        </pc:sldMkLst>
      </pc:sldChg>
      <pc:sldChg chg="del">
        <pc:chgData name="Pi, Yalong" userId="c9a3dc08-26f0-490d-b190-2780270c58e1" providerId="ADAL" clId="{D371429A-E592-441C-BA26-829AB7F9FC64}" dt="2025-06-11T18:25:23.988" v="860" actId="47"/>
        <pc:sldMkLst>
          <pc:docMk/>
          <pc:sldMk cId="3513011795" sldId="282"/>
        </pc:sldMkLst>
      </pc:sldChg>
      <pc:sldChg chg="del">
        <pc:chgData name="Pi, Yalong" userId="c9a3dc08-26f0-490d-b190-2780270c58e1" providerId="ADAL" clId="{D371429A-E592-441C-BA26-829AB7F9FC64}" dt="2025-06-11T18:25:23.988" v="860" actId="47"/>
        <pc:sldMkLst>
          <pc:docMk/>
          <pc:sldMk cId="2825339107" sldId="283"/>
        </pc:sldMkLst>
      </pc:sldChg>
      <pc:sldChg chg="delSp mod">
        <pc:chgData name="Pi, Yalong" userId="c9a3dc08-26f0-490d-b190-2780270c58e1" providerId="ADAL" clId="{D371429A-E592-441C-BA26-829AB7F9FC64}" dt="2025-06-10T21:48:38.584" v="603" actId="33639"/>
        <pc:sldMkLst>
          <pc:docMk/>
          <pc:sldMk cId="2110665415" sldId="284"/>
        </pc:sldMkLst>
      </pc:sldChg>
      <pc:sldChg chg="del">
        <pc:chgData name="Pi, Yalong" userId="c9a3dc08-26f0-490d-b190-2780270c58e1" providerId="ADAL" clId="{D371429A-E592-441C-BA26-829AB7F9FC64}" dt="2025-06-11T18:25:23.988" v="860" actId="47"/>
        <pc:sldMkLst>
          <pc:docMk/>
          <pc:sldMk cId="3198453297" sldId="285"/>
        </pc:sldMkLst>
      </pc:sldChg>
      <pc:sldChg chg="del">
        <pc:chgData name="Pi, Yalong" userId="c9a3dc08-26f0-490d-b190-2780270c58e1" providerId="ADAL" clId="{D371429A-E592-441C-BA26-829AB7F9FC64}" dt="2025-06-11T18:25:23.988" v="860" actId="47"/>
        <pc:sldMkLst>
          <pc:docMk/>
          <pc:sldMk cId="2612588256" sldId="286"/>
        </pc:sldMkLst>
      </pc:sldChg>
      <pc:sldChg chg="del">
        <pc:chgData name="Pi, Yalong" userId="c9a3dc08-26f0-490d-b190-2780270c58e1" providerId="ADAL" clId="{D371429A-E592-441C-BA26-829AB7F9FC64}" dt="2025-06-11T18:25:23.988" v="860" actId="47"/>
        <pc:sldMkLst>
          <pc:docMk/>
          <pc:sldMk cId="4061196460" sldId="287"/>
        </pc:sldMkLst>
      </pc:sldChg>
      <pc:sldChg chg="del">
        <pc:chgData name="Pi, Yalong" userId="c9a3dc08-26f0-490d-b190-2780270c58e1" providerId="ADAL" clId="{D371429A-E592-441C-BA26-829AB7F9FC64}" dt="2025-06-11T18:25:23.988" v="860" actId="47"/>
        <pc:sldMkLst>
          <pc:docMk/>
          <pc:sldMk cId="1756133587" sldId="288"/>
        </pc:sldMkLst>
      </pc:sldChg>
      <pc:sldChg chg="del">
        <pc:chgData name="Pi, Yalong" userId="c9a3dc08-26f0-490d-b190-2780270c58e1" providerId="ADAL" clId="{D371429A-E592-441C-BA26-829AB7F9FC64}" dt="2025-06-11T18:25:23.988" v="860" actId="47"/>
        <pc:sldMkLst>
          <pc:docMk/>
          <pc:sldMk cId="259377270" sldId="289"/>
        </pc:sldMkLst>
      </pc:sldChg>
      <pc:sldChg chg="del">
        <pc:chgData name="Pi, Yalong" userId="c9a3dc08-26f0-490d-b190-2780270c58e1" providerId="ADAL" clId="{D371429A-E592-441C-BA26-829AB7F9FC64}" dt="2025-06-11T18:25:23.988" v="860" actId="47"/>
        <pc:sldMkLst>
          <pc:docMk/>
          <pc:sldMk cId="664214337" sldId="290"/>
        </pc:sldMkLst>
      </pc:sldChg>
      <pc:sldChg chg="addSp modSp add del mod ord">
        <pc:chgData name="Pi, Yalong" userId="c9a3dc08-26f0-490d-b190-2780270c58e1" providerId="ADAL" clId="{D371429A-E592-441C-BA26-829AB7F9FC64}" dt="2025-06-23T15:18:26.793" v="1838"/>
        <pc:sldMkLst>
          <pc:docMk/>
          <pc:sldMk cId="867652411" sldId="291"/>
        </pc:sldMkLst>
        <pc:spChg chg="add mod">
          <ac:chgData name="Pi, Yalong" userId="c9a3dc08-26f0-490d-b190-2780270c58e1" providerId="ADAL" clId="{D371429A-E592-441C-BA26-829AB7F9FC64}" dt="2025-06-11T17:44:16.106" v="748" actId="20577"/>
          <ac:spMkLst>
            <pc:docMk/>
            <pc:sldMk cId="867652411" sldId="291"/>
            <ac:spMk id="2" creationId="{D95A2FD4-CD20-2719-349B-0AB72216C451}"/>
          </ac:spMkLst>
        </pc:spChg>
        <pc:spChg chg="add mod">
          <ac:chgData name="Pi, Yalong" userId="c9a3dc08-26f0-490d-b190-2780270c58e1" providerId="ADAL" clId="{D371429A-E592-441C-BA26-829AB7F9FC64}" dt="2025-06-11T17:44:03.161" v="742" actId="1076"/>
          <ac:spMkLst>
            <pc:docMk/>
            <pc:sldMk cId="867652411" sldId="291"/>
            <ac:spMk id="72" creationId="{9AC5EC6F-3250-F83F-AAA1-DE2A2F1D5042}"/>
          </ac:spMkLst>
        </pc:spChg>
        <pc:spChg chg="add mod">
          <ac:chgData name="Pi, Yalong" userId="c9a3dc08-26f0-490d-b190-2780270c58e1" providerId="ADAL" clId="{D371429A-E592-441C-BA26-829AB7F9FC64}" dt="2025-06-11T17:50:26.415" v="789" actId="1076"/>
          <ac:spMkLst>
            <pc:docMk/>
            <pc:sldMk cId="867652411" sldId="291"/>
            <ac:spMk id="74" creationId="{7E2A8CA6-D8AB-F2C3-D420-A485D2885758}"/>
          </ac:spMkLst>
        </pc:spChg>
        <pc:spChg chg="add mod">
          <ac:chgData name="Pi, Yalong" userId="c9a3dc08-26f0-490d-b190-2780270c58e1" providerId="ADAL" clId="{D371429A-E592-441C-BA26-829AB7F9FC64}" dt="2025-06-11T17:50:28.746" v="793" actId="1037"/>
          <ac:spMkLst>
            <pc:docMk/>
            <pc:sldMk cId="867652411" sldId="291"/>
            <ac:spMk id="78" creationId="{C843B22D-3129-92E5-F165-B0991FBC3E76}"/>
          </ac:spMkLst>
        </pc:spChg>
      </pc:sldChg>
      <pc:sldChg chg="del">
        <pc:chgData name="Pi, Yalong" userId="c9a3dc08-26f0-490d-b190-2780270c58e1" providerId="ADAL" clId="{D371429A-E592-441C-BA26-829AB7F9FC64}" dt="2025-06-11T18:25:27.357" v="861" actId="47"/>
        <pc:sldMkLst>
          <pc:docMk/>
          <pc:sldMk cId="1582808467" sldId="293"/>
        </pc:sldMkLst>
      </pc:sldChg>
      <pc:sldChg chg="del">
        <pc:chgData name="Pi, Yalong" userId="c9a3dc08-26f0-490d-b190-2780270c58e1" providerId="ADAL" clId="{D371429A-E592-441C-BA26-829AB7F9FC64}" dt="2025-06-11T18:29:44.480" v="863" actId="47"/>
        <pc:sldMkLst>
          <pc:docMk/>
          <pc:sldMk cId="3799564214" sldId="294"/>
        </pc:sldMkLst>
      </pc:sldChg>
      <pc:sldChg chg="del">
        <pc:chgData name="Pi, Yalong" userId="c9a3dc08-26f0-490d-b190-2780270c58e1" providerId="ADAL" clId="{D371429A-E592-441C-BA26-829AB7F9FC64}" dt="2025-06-10T21:29:17.581" v="521" actId="47"/>
        <pc:sldMkLst>
          <pc:docMk/>
          <pc:sldMk cId="4049786969" sldId="295"/>
        </pc:sldMkLst>
      </pc:sldChg>
      <pc:sldChg chg="addSp delSp modSp add del mod">
        <pc:chgData name="Pi, Yalong" userId="c9a3dc08-26f0-490d-b190-2780270c58e1" providerId="ADAL" clId="{D371429A-E592-441C-BA26-829AB7F9FC64}" dt="2025-06-23T15:18:26.793" v="1838"/>
        <pc:sldMkLst>
          <pc:docMk/>
          <pc:sldMk cId="591510223" sldId="296"/>
        </pc:sldMkLst>
        <pc:spChg chg="add mod">
          <ac:chgData name="Pi, Yalong" userId="c9a3dc08-26f0-490d-b190-2780270c58e1" providerId="ADAL" clId="{D371429A-E592-441C-BA26-829AB7F9FC64}" dt="2025-06-11T18:54:27.147" v="968" actId="20577"/>
          <ac:spMkLst>
            <pc:docMk/>
            <pc:sldMk cId="591510223" sldId="296"/>
            <ac:spMk id="6" creationId="{6319FAE7-7D99-46F0-3B60-F6159C79B3F9}"/>
          </ac:spMkLst>
        </pc:spChg>
        <pc:picChg chg="add mod">
          <ac:chgData name="Pi, Yalong" userId="c9a3dc08-26f0-490d-b190-2780270c58e1" providerId="ADAL" clId="{D371429A-E592-441C-BA26-829AB7F9FC64}" dt="2025-06-11T18:54:08.324" v="944" actId="1076"/>
          <ac:picMkLst>
            <pc:docMk/>
            <pc:sldMk cId="591510223" sldId="296"/>
            <ac:picMk id="5" creationId="{2D4B3D84-22B1-7636-80C2-0D08FA77527A}"/>
          </ac:picMkLst>
        </pc:picChg>
      </pc:sldChg>
      <pc:sldChg chg="addSp delSp modSp add mod">
        <pc:chgData name="Pi, Yalong" userId="c9a3dc08-26f0-490d-b190-2780270c58e1" providerId="ADAL" clId="{D371429A-E592-441C-BA26-829AB7F9FC64}" dt="2025-06-11T19:58:19.440" v="1492" actId="14100"/>
        <pc:sldMkLst>
          <pc:docMk/>
          <pc:sldMk cId="230286436" sldId="297"/>
        </pc:sldMkLst>
        <pc:spChg chg="mod">
          <ac:chgData name="Pi, Yalong" userId="c9a3dc08-26f0-490d-b190-2780270c58e1" providerId="ADAL" clId="{D371429A-E592-441C-BA26-829AB7F9FC64}" dt="2025-06-11T19:45:08.542" v="1316" actId="207"/>
          <ac:spMkLst>
            <pc:docMk/>
            <pc:sldMk cId="230286436" sldId="297"/>
            <ac:spMk id="2" creationId="{DBDD1C7E-87E4-4D99-8B52-8B02840092FA}"/>
          </ac:spMkLst>
        </pc:spChg>
        <pc:spChg chg="mod">
          <ac:chgData name="Pi, Yalong" userId="c9a3dc08-26f0-490d-b190-2780270c58e1" providerId="ADAL" clId="{D371429A-E592-441C-BA26-829AB7F9FC64}" dt="2025-06-11T19:51:23.351" v="1408" actId="20577"/>
          <ac:spMkLst>
            <pc:docMk/>
            <pc:sldMk cId="230286436" sldId="297"/>
            <ac:spMk id="6" creationId="{B037EC9B-2F28-42C9-398A-121530BF6E4F}"/>
          </ac:spMkLst>
        </pc:spChg>
        <pc:spChg chg="mod">
          <ac:chgData name="Pi, Yalong" userId="c9a3dc08-26f0-490d-b190-2780270c58e1" providerId="ADAL" clId="{D371429A-E592-441C-BA26-829AB7F9FC64}" dt="2025-06-11T19:49:36.130" v="1379" actId="207"/>
          <ac:spMkLst>
            <pc:docMk/>
            <pc:sldMk cId="230286436" sldId="297"/>
            <ac:spMk id="8" creationId="{0E8F1466-B33B-077D-09A7-29F8B9076C84}"/>
          </ac:spMkLst>
        </pc:spChg>
        <pc:spChg chg="mod">
          <ac:chgData name="Pi, Yalong" userId="c9a3dc08-26f0-490d-b190-2780270c58e1" providerId="ADAL" clId="{D371429A-E592-441C-BA26-829AB7F9FC64}" dt="2025-06-11T19:58:19.440" v="1492" actId="14100"/>
          <ac:spMkLst>
            <pc:docMk/>
            <pc:sldMk cId="230286436" sldId="297"/>
            <ac:spMk id="9" creationId="{442624A8-56F4-4DE9-06AD-497427503B8B}"/>
          </ac:spMkLst>
        </pc:spChg>
        <pc:spChg chg="mod">
          <ac:chgData name="Pi, Yalong" userId="c9a3dc08-26f0-490d-b190-2780270c58e1" providerId="ADAL" clId="{D371429A-E592-441C-BA26-829AB7F9FC64}" dt="2025-06-11T19:45:08.542" v="1316" actId="207"/>
          <ac:spMkLst>
            <pc:docMk/>
            <pc:sldMk cId="230286436" sldId="297"/>
            <ac:spMk id="12" creationId="{39A89FA7-60C1-C3F5-6E69-823A4E324771}"/>
          </ac:spMkLst>
        </pc:spChg>
        <pc:spChg chg="mod">
          <ac:chgData name="Pi, Yalong" userId="c9a3dc08-26f0-490d-b190-2780270c58e1" providerId="ADAL" clId="{D371429A-E592-441C-BA26-829AB7F9FC64}" dt="2025-06-11T19:45:08.542" v="1316" actId="207"/>
          <ac:spMkLst>
            <pc:docMk/>
            <pc:sldMk cId="230286436" sldId="297"/>
            <ac:spMk id="13" creationId="{3625F5F5-F183-6890-CD9F-6F9D121A2EFD}"/>
          </ac:spMkLst>
        </pc:spChg>
        <pc:spChg chg="mod topLvl">
          <ac:chgData name="Pi, Yalong" userId="c9a3dc08-26f0-490d-b190-2780270c58e1" providerId="ADAL" clId="{D371429A-E592-441C-BA26-829AB7F9FC64}" dt="2025-06-11T19:54:47.930" v="1443" actId="1076"/>
          <ac:spMkLst>
            <pc:docMk/>
            <pc:sldMk cId="230286436" sldId="297"/>
            <ac:spMk id="15" creationId="{E6A4D6F4-DD11-7A01-7050-879586E962EF}"/>
          </ac:spMkLst>
        </pc:spChg>
        <pc:spChg chg="add mod">
          <ac:chgData name="Pi, Yalong" userId="c9a3dc08-26f0-490d-b190-2780270c58e1" providerId="ADAL" clId="{D371429A-E592-441C-BA26-829AB7F9FC64}" dt="2025-06-11T19:51:21.425" v="1405" actId="20577"/>
          <ac:spMkLst>
            <pc:docMk/>
            <pc:sldMk cId="230286436" sldId="297"/>
            <ac:spMk id="37" creationId="{0EE13F3E-F63B-4BB7-479E-98304CC386E5}"/>
          </ac:spMkLst>
        </pc:spChg>
        <pc:spChg chg="mod topLvl">
          <ac:chgData name="Pi, Yalong" userId="c9a3dc08-26f0-490d-b190-2780270c58e1" providerId="ADAL" clId="{D371429A-E592-441C-BA26-829AB7F9FC64}" dt="2025-06-11T19:45:08.542" v="1316" actId="207"/>
          <ac:spMkLst>
            <pc:docMk/>
            <pc:sldMk cId="230286436" sldId="297"/>
            <ac:spMk id="40" creationId="{458EC563-C094-643B-9141-E3D804D326E7}"/>
          </ac:spMkLst>
        </pc:spChg>
        <pc:spChg chg="add">
          <ac:chgData name="Pi, Yalong" userId="c9a3dc08-26f0-490d-b190-2780270c58e1" providerId="ADAL" clId="{D371429A-E592-441C-BA26-829AB7F9FC64}" dt="2025-06-11T19:46:17.444" v="1352" actId="11529"/>
          <ac:spMkLst>
            <pc:docMk/>
            <pc:sldMk cId="230286436" sldId="297"/>
            <ac:spMk id="49" creationId="{A0F6D6EC-AB9F-DDB5-81AF-F12AFF5230AD}"/>
          </ac:spMkLst>
        </pc:spChg>
        <pc:spChg chg="add mod">
          <ac:chgData name="Pi, Yalong" userId="c9a3dc08-26f0-490d-b190-2780270c58e1" providerId="ADAL" clId="{D371429A-E592-441C-BA26-829AB7F9FC64}" dt="2025-06-11T19:46:19.832" v="1353" actId="571"/>
          <ac:spMkLst>
            <pc:docMk/>
            <pc:sldMk cId="230286436" sldId="297"/>
            <ac:spMk id="50" creationId="{9DE57393-2CD5-781A-3FB4-0B4A499689AF}"/>
          </ac:spMkLst>
        </pc:spChg>
        <pc:spChg chg="add mod">
          <ac:chgData name="Pi, Yalong" userId="c9a3dc08-26f0-490d-b190-2780270c58e1" providerId="ADAL" clId="{D371429A-E592-441C-BA26-829AB7F9FC64}" dt="2025-06-11T19:54:55.125" v="1444" actId="1076"/>
          <ac:spMkLst>
            <pc:docMk/>
            <pc:sldMk cId="230286436" sldId="297"/>
            <ac:spMk id="51" creationId="{480F2D92-D4B6-59BF-EBCC-8ED3B539CE86}"/>
          </ac:spMkLst>
        </pc:spChg>
        <pc:spChg chg="add mod">
          <ac:chgData name="Pi, Yalong" userId="c9a3dc08-26f0-490d-b190-2780270c58e1" providerId="ADAL" clId="{D371429A-E592-441C-BA26-829AB7F9FC64}" dt="2025-06-11T19:47:04.061" v="1364" actId="571"/>
          <ac:spMkLst>
            <pc:docMk/>
            <pc:sldMk cId="230286436" sldId="297"/>
            <ac:spMk id="52" creationId="{0C75F606-F4E1-36A5-F18E-C09CFD9B5FEF}"/>
          </ac:spMkLst>
        </pc:spChg>
        <pc:spChg chg="add mod">
          <ac:chgData name="Pi, Yalong" userId="c9a3dc08-26f0-490d-b190-2780270c58e1" providerId="ADAL" clId="{D371429A-E592-441C-BA26-829AB7F9FC64}" dt="2025-06-11T19:53:50.626" v="1440" actId="164"/>
          <ac:spMkLst>
            <pc:docMk/>
            <pc:sldMk cId="230286436" sldId="297"/>
            <ac:spMk id="53" creationId="{5402F4D6-E576-B926-4CA3-933B33E888D3}"/>
          </ac:spMkLst>
        </pc:spChg>
        <pc:spChg chg="add mod">
          <ac:chgData name="Pi, Yalong" userId="c9a3dc08-26f0-490d-b190-2780270c58e1" providerId="ADAL" clId="{D371429A-E592-441C-BA26-829AB7F9FC64}" dt="2025-06-11T19:53:50.626" v="1440" actId="164"/>
          <ac:spMkLst>
            <pc:docMk/>
            <pc:sldMk cId="230286436" sldId="297"/>
            <ac:spMk id="54" creationId="{83D16B39-6C72-E316-981E-B622BD61D849}"/>
          </ac:spMkLst>
        </pc:spChg>
        <pc:spChg chg="add mod">
          <ac:chgData name="Pi, Yalong" userId="c9a3dc08-26f0-490d-b190-2780270c58e1" providerId="ADAL" clId="{D371429A-E592-441C-BA26-829AB7F9FC64}" dt="2025-06-11T19:53:50.626" v="1440" actId="164"/>
          <ac:spMkLst>
            <pc:docMk/>
            <pc:sldMk cId="230286436" sldId="297"/>
            <ac:spMk id="55" creationId="{ABF16D49-A747-AD48-CA8F-0E7B7382301C}"/>
          </ac:spMkLst>
        </pc:spChg>
        <pc:spChg chg="add mod">
          <ac:chgData name="Pi, Yalong" userId="c9a3dc08-26f0-490d-b190-2780270c58e1" providerId="ADAL" clId="{D371429A-E592-441C-BA26-829AB7F9FC64}" dt="2025-06-11T19:53:50.626" v="1440" actId="164"/>
          <ac:spMkLst>
            <pc:docMk/>
            <pc:sldMk cId="230286436" sldId="297"/>
            <ac:spMk id="56" creationId="{57AB59EC-DA82-8932-691A-97054C0952FD}"/>
          </ac:spMkLst>
        </pc:spChg>
        <pc:spChg chg="add mod">
          <ac:chgData name="Pi, Yalong" userId="c9a3dc08-26f0-490d-b190-2780270c58e1" providerId="ADAL" clId="{D371429A-E592-441C-BA26-829AB7F9FC64}" dt="2025-06-11T19:53:50.626" v="1440" actId="164"/>
          <ac:spMkLst>
            <pc:docMk/>
            <pc:sldMk cId="230286436" sldId="297"/>
            <ac:spMk id="57" creationId="{83873BDE-4FC4-4F70-DE6E-D9D8A4644434}"/>
          </ac:spMkLst>
        </pc:spChg>
        <pc:spChg chg="add mod">
          <ac:chgData name="Pi, Yalong" userId="c9a3dc08-26f0-490d-b190-2780270c58e1" providerId="ADAL" clId="{D371429A-E592-441C-BA26-829AB7F9FC64}" dt="2025-06-11T19:55:17.327" v="1449" actId="1076"/>
          <ac:spMkLst>
            <pc:docMk/>
            <pc:sldMk cId="230286436" sldId="297"/>
            <ac:spMk id="60" creationId="{081C860C-718F-2B18-97D7-6D3F30BCD656}"/>
          </ac:spMkLst>
        </pc:spChg>
        <pc:spChg chg="add mod">
          <ac:chgData name="Pi, Yalong" userId="c9a3dc08-26f0-490d-b190-2780270c58e1" providerId="ADAL" clId="{D371429A-E592-441C-BA26-829AB7F9FC64}" dt="2025-06-11T19:56:17.315" v="1453" actId="14100"/>
          <ac:spMkLst>
            <pc:docMk/>
            <pc:sldMk cId="230286436" sldId="297"/>
            <ac:spMk id="61" creationId="{F68F09AB-153E-6700-30AB-BFEC9B19B980}"/>
          </ac:spMkLst>
        </pc:spChg>
        <pc:spChg chg="add mod">
          <ac:chgData name="Pi, Yalong" userId="c9a3dc08-26f0-490d-b190-2780270c58e1" providerId="ADAL" clId="{D371429A-E592-441C-BA26-829AB7F9FC64}" dt="2025-06-11T19:56:20.575" v="1454" actId="571"/>
          <ac:spMkLst>
            <pc:docMk/>
            <pc:sldMk cId="230286436" sldId="297"/>
            <ac:spMk id="62" creationId="{6F4498F4-E6D1-A618-A040-9FDE16BABB9E}"/>
          </ac:spMkLst>
        </pc:spChg>
        <pc:grpChg chg="add mod">
          <ac:chgData name="Pi, Yalong" userId="c9a3dc08-26f0-490d-b190-2780270c58e1" providerId="ADAL" clId="{D371429A-E592-441C-BA26-829AB7F9FC64}" dt="2025-06-11T19:53:50.626" v="1440" actId="164"/>
          <ac:grpSpMkLst>
            <pc:docMk/>
            <pc:sldMk cId="230286436" sldId="297"/>
            <ac:grpSpMk id="58" creationId="{3D0B069E-6DCB-9014-29AC-9E7232F025BA}"/>
          </ac:grpSpMkLst>
        </pc:grpChg>
        <pc:picChg chg="mod">
          <ac:chgData name="Pi, Yalong" userId="c9a3dc08-26f0-490d-b190-2780270c58e1" providerId="ADAL" clId="{D371429A-E592-441C-BA26-829AB7F9FC64}" dt="2025-06-11T19:49:11.151" v="1376" actId="1076"/>
          <ac:picMkLst>
            <pc:docMk/>
            <pc:sldMk cId="230286436" sldId="297"/>
            <ac:picMk id="3" creationId="{7FB02E6D-6CB7-5396-FBD8-60CBC71F5AAA}"/>
          </ac:picMkLst>
        </pc:picChg>
        <pc:picChg chg="mod">
          <ac:chgData name="Pi, Yalong" userId="c9a3dc08-26f0-490d-b190-2780270c58e1" providerId="ADAL" clId="{D371429A-E592-441C-BA26-829AB7F9FC64}" dt="2025-06-11T19:44:07.439" v="1294" actId="1076"/>
          <ac:picMkLst>
            <pc:docMk/>
            <pc:sldMk cId="230286436" sldId="297"/>
            <ac:picMk id="5" creationId="{F90408B0-F3E8-0BFB-2F2D-62ED9F9985A6}"/>
          </ac:picMkLst>
        </pc:picChg>
      </pc:sldChg>
      <pc:sldChg chg="add del">
        <pc:chgData name="Pi, Yalong" userId="c9a3dc08-26f0-490d-b190-2780270c58e1" providerId="ADAL" clId="{D371429A-E592-441C-BA26-829AB7F9FC64}" dt="2025-06-23T15:18:26.793" v="1838"/>
        <pc:sldMkLst>
          <pc:docMk/>
          <pc:sldMk cId="3279537326" sldId="301"/>
        </pc:sldMkLst>
      </pc:sldChg>
      <pc:sldChg chg="add del ord">
        <pc:chgData name="Pi, Yalong" userId="c9a3dc08-26f0-490d-b190-2780270c58e1" providerId="ADAL" clId="{D371429A-E592-441C-BA26-829AB7F9FC64}" dt="2025-06-23T15:18:26.793" v="1838"/>
        <pc:sldMkLst>
          <pc:docMk/>
          <pc:sldMk cId="1815105795" sldId="302"/>
        </pc:sldMkLst>
      </pc:sldChg>
      <pc:sldChg chg="add del">
        <pc:chgData name="Pi, Yalong" userId="c9a3dc08-26f0-490d-b190-2780270c58e1" providerId="ADAL" clId="{D371429A-E592-441C-BA26-829AB7F9FC64}" dt="2025-06-23T15:18:26.793" v="1838"/>
        <pc:sldMkLst>
          <pc:docMk/>
          <pc:sldMk cId="4027952006" sldId="303"/>
        </pc:sldMkLst>
      </pc:sldChg>
      <pc:sldChg chg="add del">
        <pc:chgData name="Pi, Yalong" userId="c9a3dc08-26f0-490d-b190-2780270c58e1" providerId="ADAL" clId="{D371429A-E592-441C-BA26-829AB7F9FC64}" dt="2025-06-23T15:18:26.793" v="1838"/>
        <pc:sldMkLst>
          <pc:docMk/>
          <pc:sldMk cId="3581978640" sldId="304"/>
        </pc:sldMkLst>
      </pc:sldChg>
      <pc:sldChg chg="modSp add del mod ord">
        <pc:chgData name="Pi, Yalong" userId="c9a3dc08-26f0-490d-b190-2780270c58e1" providerId="ADAL" clId="{D371429A-E592-441C-BA26-829AB7F9FC64}" dt="2025-06-23T15:18:26.793" v="1838"/>
        <pc:sldMkLst>
          <pc:docMk/>
          <pc:sldMk cId="2353712881" sldId="305"/>
        </pc:sldMkLst>
        <pc:spChg chg="mod">
          <ac:chgData name="Pi, Yalong" userId="c9a3dc08-26f0-490d-b190-2780270c58e1" providerId="ADAL" clId="{D371429A-E592-441C-BA26-829AB7F9FC64}" dt="2025-06-11T18:09:24.514" v="844" actId="20577"/>
          <ac:spMkLst>
            <pc:docMk/>
            <pc:sldMk cId="2353712881" sldId="305"/>
            <ac:spMk id="2" creationId="{856095F3-3E69-FB5F-B5A0-4E28F7378B86}"/>
          </ac:spMkLst>
        </pc:spChg>
        <pc:spChg chg="mod">
          <ac:chgData name="Pi, Yalong" userId="c9a3dc08-26f0-490d-b190-2780270c58e1" providerId="ADAL" clId="{D371429A-E592-441C-BA26-829AB7F9FC64}" dt="2025-06-11T17:50:40.194" v="794" actId="255"/>
          <ac:spMkLst>
            <pc:docMk/>
            <pc:sldMk cId="2353712881" sldId="305"/>
            <ac:spMk id="4" creationId="{0C52B3A6-3DC8-26D0-F4A0-80FC50219C3B}"/>
          </ac:spMkLst>
        </pc:spChg>
        <pc:spChg chg="mod">
          <ac:chgData name="Pi, Yalong" userId="c9a3dc08-26f0-490d-b190-2780270c58e1" providerId="ADAL" clId="{D371429A-E592-441C-BA26-829AB7F9FC64}" dt="2025-06-11T17:50:40.194" v="794" actId="255"/>
          <ac:spMkLst>
            <pc:docMk/>
            <pc:sldMk cId="2353712881" sldId="305"/>
            <ac:spMk id="7" creationId="{299B3207-7CDC-5534-81C8-81BD4AABF134}"/>
          </ac:spMkLst>
        </pc:spChg>
        <pc:graphicFrameChg chg="modGraphic">
          <ac:chgData name="Pi, Yalong" userId="c9a3dc08-26f0-490d-b190-2780270c58e1" providerId="ADAL" clId="{D371429A-E592-441C-BA26-829AB7F9FC64}" dt="2025-06-10T21:43:27.386" v="542" actId="2165"/>
          <ac:graphicFrameMkLst>
            <pc:docMk/>
            <pc:sldMk cId="2353712881" sldId="305"/>
            <ac:graphicFrameMk id="38" creationId="{FA8C4283-7983-2B72-14EA-99BB511604B8}"/>
          </ac:graphicFrameMkLst>
        </pc:graphicFrameChg>
      </pc:sldChg>
      <pc:sldChg chg="add del">
        <pc:chgData name="Pi, Yalong" userId="c9a3dc08-26f0-490d-b190-2780270c58e1" providerId="ADAL" clId="{D371429A-E592-441C-BA26-829AB7F9FC64}" dt="2025-06-10T21:43:18.810" v="541" actId="47"/>
        <pc:sldMkLst>
          <pc:docMk/>
          <pc:sldMk cId="2949754431" sldId="306"/>
        </pc:sldMkLst>
      </pc:sldChg>
      <pc:sldChg chg="add del">
        <pc:chgData name="Pi, Yalong" userId="c9a3dc08-26f0-490d-b190-2780270c58e1" providerId="ADAL" clId="{D371429A-E592-441C-BA26-829AB7F9FC64}" dt="2025-06-10T21:44:03.083" v="555" actId="47"/>
        <pc:sldMkLst>
          <pc:docMk/>
          <pc:sldMk cId="1460778003" sldId="307"/>
        </pc:sldMkLst>
      </pc:sldChg>
      <pc:sldChg chg="del">
        <pc:chgData name="Pi, Yalong" userId="c9a3dc08-26f0-490d-b190-2780270c58e1" providerId="ADAL" clId="{D371429A-E592-441C-BA26-829AB7F9FC64}" dt="2025-06-10T21:01:22.259" v="503" actId="47"/>
        <pc:sldMkLst>
          <pc:docMk/>
          <pc:sldMk cId="2300658667" sldId="307"/>
        </pc:sldMkLst>
      </pc:sldChg>
      <pc:sldChg chg="add del">
        <pc:chgData name="Pi, Yalong" userId="c9a3dc08-26f0-490d-b190-2780270c58e1" providerId="ADAL" clId="{D371429A-E592-441C-BA26-829AB7F9FC64}" dt="2025-06-11T17:51:16.306" v="798" actId="47"/>
        <pc:sldMkLst>
          <pc:docMk/>
          <pc:sldMk cId="3646669359" sldId="309"/>
        </pc:sldMkLst>
      </pc:sldChg>
      <pc:sldChg chg="del">
        <pc:chgData name="Pi, Yalong" userId="c9a3dc08-26f0-490d-b190-2780270c58e1" providerId="ADAL" clId="{D371429A-E592-441C-BA26-829AB7F9FC64}" dt="2025-06-10T21:29:30.170" v="522" actId="47"/>
        <pc:sldMkLst>
          <pc:docMk/>
          <pc:sldMk cId="3058162512" sldId="311"/>
        </pc:sldMkLst>
      </pc:sldChg>
      <pc:sldChg chg="delSp del mod">
        <pc:chgData name="Pi, Yalong" userId="c9a3dc08-26f0-490d-b190-2780270c58e1" providerId="ADAL" clId="{D371429A-E592-441C-BA26-829AB7F9FC64}" dt="2025-06-10T21:42:23.123" v="540" actId="47"/>
        <pc:sldMkLst>
          <pc:docMk/>
          <pc:sldMk cId="2320128122" sldId="312"/>
        </pc:sldMkLst>
      </pc:sldChg>
      <pc:sldChg chg="modSp add del">
        <pc:chgData name="Pi, Yalong" userId="c9a3dc08-26f0-490d-b190-2780270c58e1" providerId="ADAL" clId="{D371429A-E592-441C-BA26-829AB7F9FC64}" dt="2025-06-23T15:18:26.793" v="1838"/>
        <pc:sldMkLst>
          <pc:docMk/>
          <pc:sldMk cId="1665648186" sldId="313"/>
        </pc:sldMkLst>
        <pc:spChg chg="mod">
          <ac:chgData name="Pi, Yalong" userId="c9a3dc08-26f0-490d-b190-2780270c58e1" providerId="ADAL" clId="{D371429A-E592-441C-BA26-829AB7F9FC64}" dt="2025-06-10T21:44:48.437" v="578" actId="20577"/>
          <ac:spMkLst>
            <pc:docMk/>
            <pc:sldMk cId="1665648186" sldId="313"/>
            <ac:spMk id="78" creationId="{83BC01C4-8A32-1FC5-EFC5-A371EED32C43}"/>
          </ac:spMkLst>
        </pc:spChg>
      </pc:sldChg>
      <pc:sldChg chg="delSp modSp mod">
        <pc:chgData name="Pi, Yalong" userId="c9a3dc08-26f0-490d-b190-2780270c58e1" providerId="ADAL" clId="{D371429A-E592-441C-BA26-829AB7F9FC64}" dt="2025-06-11T18:43:11.284" v="943" actId="122"/>
        <pc:sldMkLst>
          <pc:docMk/>
          <pc:sldMk cId="1812748717" sldId="314"/>
        </pc:sldMkLst>
        <pc:spChg chg="mod">
          <ac:chgData name="Pi, Yalong" userId="c9a3dc08-26f0-490d-b190-2780270c58e1" providerId="ADAL" clId="{D371429A-E592-441C-BA26-829AB7F9FC64}" dt="2025-06-11T18:43:11.284" v="943" actId="122"/>
          <ac:spMkLst>
            <pc:docMk/>
            <pc:sldMk cId="1812748717" sldId="314"/>
            <ac:spMk id="4" creationId="{892EDDB1-9503-5808-A13A-A0E8AEB72031}"/>
          </ac:spMkLst>
        </pc:spChg>
      </pc:sldChg>
      <pc:sldChg chg="modSp add mod ord">
        <pc:chgData name="Pi, Yalong" userId="c9a3dc08-26f0-490d-b190-2780270c58e1" providerId="ADAL" clId="{D371429A-E592-441C-BA26-829AB7F9FC64}" dt="2025-06-11T20:47:56.163" v="1563" actId="1582"/>
        <pc:sldMkLst>
          <pc:docMk/>
          <pc:sldMk cId="1059682199" sldId="318"/>
        </pc:sldMkLst>
        <pc:graphicFrameChg chg="modGraphic">
          <ac:chgData name="Pi, Yalong" userId="c9a3dc08-26f0-490d-b190-2780270c58e1" providerId="ADAL" clId="{D371429A-E592-441C-BA26-829AB7F9FC64}" dt="2025-06-11T18:40:45.553" v="899" actId="2062"/>
          <ac:graphicFrameMkLst>
            <pc:docMk/>
            <pc:sldMk cId="1059682199" sldId="318"/>
            <ac:graphicFrameMk id="6" creationId="{00000000-0000-0000-0000-000000000000}"/>
          </ac:graphicFrameMkLst>
        </pc:graphicFrameChg>
        <pc:cxnChg chg="mod">
          <ac:chgData name="Pi, Yalong" userId="c9a3dc08-26f0-490d-b190-2780270c58e1" providerId="ADAL" clId="{D371429A-E592-441C-BA26-829AB7F9FC64}" dt="2025-06-11T20:47:56.163" v="1563" actId="1582"/>
          <ac:cxnSpMkLst>
            <pc:docMk/>
            <pc:sldMk cId="1059682199" sldId="318"/>
            <ac:cxnSpMk id="17" creationId="{00000000-0000-0000-0000-000000000000}"/>
          </ac:cxnSpMkLst>
        </pc:cxnChg>
        <pc:cxnChg chg="mod">
          <ac:chgData name="Pi, Yalong" userId="c9a3dc08-26f0-490d-b190-2780270c58e1" providerId="ADAL" clId="{D371429A-E592-441C-BA26-829AB7F9FC64}" dt="2025-06-11T20:47:56.163" v="1563" actId="1582"/>
          <ac:cxnSpMkLst>
            <pc:docMk/>
            <pc:sldMk cId="1059682199" sldId="318"/>
            <ac:cxnSpMk id="18" creationId="{00000000-0000-0000-0000-000000000000}"/>
          </ac:cxnSpMkLst>
        </pc:cxnChg>
        <pc:cxnChg chg="mod">
          <ac:chgData name="Pi, Yalong" userId="c9a3dc08-26f0-490d-b190-2780270c58e1" providerId="ADAL" clId="{D371429A-E592-441C-BA26-829AB7F9FC64}" dt="2025-06-11T20:47:56.163" v="1563" actId="1582"/>
          <ac:cxnSpMkLst>
            <pc:docMk/>
            <pc:sldMk cId="1059682199" sldId="318"/>
            <ac:cxnSpMk id="19" creationId="{00000000-0000-0000-0000-000000000000}"/>
          </ac:cxnSpMkLst>
        </pc:cxnChg>
      </pc:sldChg>
      <pc:sldChg chg="delSp del mod">
        <pc:chgData name="Pi, Yalong" userId="c9a3dc08-26f0-490d-b190-2780270c58e1" providerId="ADAL" clId="{D371429A-E592-441C-BA26-829AB7F9FC64}" dt="2025-06-11T18:04:34.619" v="800" actId="2696"/>
        <pc:sldMkLst>
          <pc:docMk/>
          <pc:sldMk cId="3474970163" sldId="318"/>
        </pc:sldMkLst>
      </pc:sldChg>
      <pc:sldChg chg="delSp modSp mod">
        <pc:chgData name="Pi, Yalong" userId="c9a3dc08-26f0-490d-b190-2780270c58e1" providerId="ADAL" clId="{D371429A-E592-441C-BA26-829AB7F9FC64}" dt="2025-06-11T20:56:21.432" v="1640" actId="1076"/>
        <pc:sldMkLst>
          <pc:docMk/>
          <pc:sldMk cId="1439047541" sldId="320"/>
        </pc:sldMkLst>
        <pc:spChg chg="mod">
          <ac:chgData name="Pi, Yalong" userId="c9a3dc08-26f0-490d-b190-2780270c58e1" providerId="ADAL" clId="{D371429A-E592-441C-BA26-829AB7F9FC64}" dt="2025-06-11T20:56:12.716" v="1636"/>
          <ac:spMkLst>
            <pc:docMk/>
            <pc:sldMk cId="1439047541" sldId="320"/>
            <ac:spMk id="3" creationId="{97946DFD-E4AC-AB36-011E-3ED028A6D248}"/>
          </ac:spMkLst>
        </pc:spChg>
        <pc:picChg chg="mod">
          <ac:chgData name="Pi, Yalong" userId="c9a3dc08-26f0-490d-b190-2780270c58e1" providerId="ADAL" clId="{D371429A-E592-441C-BA26-829AB7F9FC64}" dt="2025-06-11T20:56:19.308" v="1639" actId="1076"/>
          <ac:picMkLst>
            <pc:docMk/>
            <pc:sldMk cId="1439047541" sldId="320"/>
            <ac:picMk id="1026" creationId="{3EAF18D5-F080-EB61-36F8-EB770275E4A4}"/>
          </ac:picMkLst>
        </pc:picChg>
        <pc:picChg chg="mod">
          <ac:chgData name="Pi, Yalong" userId="c9a3dc08-26f0-490d-b190-2780270c58e1" providerId="ADAL" clId="{D371429A-E592-441C-BA26-829AB7F9FC64}" dt="2025-06-11T20:56:21.432" v="1640" actId="1076"/>
          <ac:picMkLst>
            <pc:docMk/>
            <pc:sldMk cId="1439047541" sldId="320"/>
            <ac:picMk id="1028" creationId="{AF79A6BD-D04A-6AE8-FDDB-69CB24897C73}"/>
          </ac:picMkLst>
        </pc:picChg>
      </pc:sldChg>
      <pc:sldChg chg="del">
        <pc:chgData name="Pi, Yalong" userId="c9a3dc08-26f0-490d-b190-2780270c58e1" providerId="ADAL" clId="{D371429A-E592-441C-BA26-829AB7F9FC64}" dt="2025-06-10T21:00:43.275" v="496" actId="47"/>
        <pc:sldMkLst>
          <pc:docMk/>
          <pc:sldMk cId="1352208917" sldId="325"/>
        </pc:sldMkLst>
      </pc:sldChg>
      <pc:sldChg chg="modSp mod">
        <pc:chgData name="Pi, Yalong" userId="c9a3dc08-26f0-490d-b190-2780270c58e1" providerId="ADAL" clId="{D371429A-E592-441C-BA26-829AB7F9FC64}" dt="2025-06-11T20:41:58.989" v="1559" actId="14100"/>
        <pc:sldMkLst>
          <pc:docMk/>
          <pc:sldMk cId="2007017766" sldId="331"/>
        </pc:sldMkLst>
        <pc:spChg chg="mod">
          <ac:chgData name="Pi, Yalong" userId="c9a3dc08-26f0-490d-b190-2780270c58e1" providerId="ADAL" clId="{D371429A-E592-441C-BA26-829AB7F9FC64}" dt="2025-06-11T20:41:58.989" v="1559" actId="14100"/>
          <ac:spMkLst>
            <pc:docMk/>
            <pc:sldMk cId="2007017766" sldId="331"/>
            <ac:spMk id="7" creationId="{00000000-0000-0000-0000-000000000000}"/>
          </ac:spMkLst>
        </pc:spChg>
      </pc:sldChg>
      <pc:sldChg chg="del">
        <pc:chgData name="Pi, Yalong" userId="c9a3dc08-26f0-490d-b190-2780270c58e1" providerId="ADAL" clId="{D371429A-E592-441C-BA26-829AB7F9FC64}" dt="2025-06-11T18:04:19.300" v="799" actId="47"/>
        <pc:sldMkLst>
          <pc:docMk/>
          <pc:sldMk cId="1551204591" sldId="332"/>
        </pc:sldMkLst>
      </pc:sldChg>
      <pc:sldChg chg="del">
        <pc:chgData name="Pi, Yalong" userId="c9a3dc08-26f0-490d-b190-2780270c58e1" providerId="ADAL" clId="{D371429A-E592-441C-BA26-829AB7F9FC64}" dt="2025-06-11T18:25:07.792" v="855" actId="47"/>
        <pc:sldMkLst>
          <pc:docMk/>
          <pc:sldMk cId="2171846976" sldId="333"/>
        </pc:sldMkLst>
      </pc:sldChg>
      <pc:sldChg chg="del">
        <pc:chgData name="Pi, Yalong" userId="c9a3dc08-26f0-490d-b190-2780270c58e1" providerId="ADAL" clId="{D371429A-E592-441C-BA26-829AB7F9FC64}" dt="2025-06-11T18:25:23.988" v="860" actId="47"/>
        <pc:sldMkLst>
          <pc:docMk/>
          <pc:sldMk cId="3727555819" sldId="334"/>
        </pc:sldMkLst>
      </pc:sldChg>
      <pc:sldChg chg="del">
        <pc:chgData name="Pi, Yalong" userId="c9a3dc08-26f0-490d-b190-2780270c58e1" providerId="ADAL" clId="{D371429A-E592-441C-BA26-829AB7F9FC64}" dt="2025-06-10T21:29:38.592" v="523" actId="47"/>
        <pc:sldMkLst>
          <pc:docMk/>
          <pc:sldMk cId="1257086136" sldId="335"/>
        </pc:sldMkLst>
      </pc:sldChg>
      <pc:sldChg chg="del">
        <pc:chgData name="Pi, Yalong" userId="c9a3dc08-26f0-490d-b190-2780270c58e1" providerId="ADAL" clId="{D371429A-E592-441C-BA26-829AB7F9FC64}" dt="2025-06-10T21:00:45.684" v="497" actId="47"/>
        <pc:sldMkLst>
          <pc:docMk/>
          <pc:sldMk cId="2640293003" sldId="336"/>
        </pc:sldMkLst>
      </pc:sldChg>
      <pc:sldChg chg="del">
        <pc:chgData name="Pi, Yalong" userId="c9a3dc08-26f0-490d-b190-2780270c58e1" providerId="ADAL" clId="{D371429A-E592-441C-BA26-829AB7F9FC64}" dt="2025-06-10T21:29:39.724" v="524" actId="47"/>
        <pc:sldMkLst>
          <pc:docMk/>
          <pc:sldMk cId="2688173991" sldId="337"/>
        </pc:sldMkLst>
      </pc:sldChg>
      <pc:sldChg chg="addSp delSp mod">
        <pc:chgData name="Pi, Yalong" userId="c9a3dc08-26f0-490d-b190-2780270c58e1" providerId="ADAL" clId="{D371429A-E592-441C-BA26-829AB7F9FC64}" dt="2025-06-10T21:47:38.440" v="602" actId="478"/>
        <pc:sldMkLst>
          <pc:docMk/>
          <pc:sldMk cId="1234001020" sldId="338"/>
        </pc:sldMkLst>
        <pc:picChg chg="add del">
          <ac:chgData name="Pi, Yalong" userId="c9a3dc08-26f0-490d-b190-2780270c58e1" providerId="ADAL" clId="{D371429A-E592-441C-BA26-829AB7F9FC64}" dt="2025-06-10T21:47:38.440" v="602" actId="478"/>
          <ac:picMkLst>
            <pc:docMk/>
            <pc:sldMk cId="1234001020" sldId="338"/>
            <ac:picMk id="3" creationId="{B12F5344-A9DC-ADBE-FA40-A08185D8A2BF}"/>
          </ac:picMkLst>
        </pc:picChg>
      </pc:sldChg>
      <pc:sldChg chg="delSp mod">
        <pc:chgData name="Pi, Yalong" userId="c9a3dc08-26f0-490d-b190-2780270c58e1" providerId="ADAL" clId="{D371429A-E592-441C-BA26-829AB7F9FC64}" dt="2025-06-10T21:48:38.584" v="603" actId="33639"/>
        <pc:sldMkLst>
          <pc:docMk/>
          <pc:sldMk cId="3995523427" sldId="339"/>
        </pc:sldMkLst>
      </pc:sldChg>
      <pc:sldChg chg="delSp mod">
        <pc:chgData name="Pi, Yalong" userId="c9a3dc08-26f0-490d-b190-2780270c58e1" providerId="ADAL" clId="{D371429A-E592-441C-BA26-829AB7F9FC64}" dt="2025-06-10T21:48:38.584" v="603" actId="33639"/>
        <pc:sldMkLst>
          <pc:docMk/>
          <pc:sldMk cId="2857592070" sldId="340"/>
        </pc:sldMkLst>
      </pc:sldChg>
      <pc:sldChg chg="delSp mod">
        <pc:chgData name="Pi, Yalong" userId="c9a3dc08-26f0-490d-b190-2780270c58e1" providerId="ADAL" clId="{D371429A-E592-441C-BA26-829AB7F9FC64}" dt="2025-06-10T21:48:38.584" v="603" actId="33639"/>
        <pc:sldMkLst>
          <pc:docMk/>
          <pc:sldMk cId="1847056403" sldId="341"/>
        </pc:sldMkLst>
      </pc:sldChg>
      <pc:sldChg chg="delSp del mod">
        <pc:chgData name="Pi, Yalong" userId="c9a3dc08-26f0-490d-b190-2780270c58e1" providerId="ADAL" clId="{D371429A-E592-441C-BA26-829AB7F9FC64}" dt="2025-06-11T12:47:25.956" v="611" actId="47"/>
        <pc:sldMkLst>
          <pc:docMk/>
          <pc:sldMk cId="1289463591" sldId="342"/>
        </pc:sldMkLst>
      </pc:sldChg>
      <pc:sldChg chg="delSp del mod">
        <pc:chgData name="Pi, Yalong" userId="c9a3dc08-26f0-490d-b190-2780270c58e1" providerId="ADAL" clId="{D371429A-E592-441C-BA26-829AB7F9FC64}" dt="2025-06-11T20:19:44.045" v="1549" actId="47"/>
        <pc:sldMkLst>
          <pc:docMk/>
          <pc:sldMk cId="3575855888" sldId="343"/>
        </pc:sldMkLst>
      </pc:sldChg>
      <pc:sldChg chg="addSp delSp modSp add del mod">
        <pc:chgData name="Pi, Yalong" userId="c9a3dc08-26f0-490d-b190-2780270c58e1" providerId="ADAL" clId="{D371429A-E592-441C-BA26-829AB7F9FC64}" dt="2025-06-23T15:18:26.793" v="1838"/>
        <pc:sldMkLst>
          <pc:docMk/>
          <pc:sldMk cId="423453020" sldId="344"/>
        </pc:sldMkLst>
        <pc:spChg chg="add mod topLvl">
          <ac:chgData name="Pi, Yalong" userId="c9a3dc08-26f0-490d-b190-2780270c58e1" providerId="ADAL" clId="{D371429A-E592-441C-BA26-829AB7F9FC64}" dt="2025-06-10T18:54:20.579" v="174" actId="1076"/>
          <ac:spMkLst>
            <pc:docMk/>
            <pc:sldMk cId="423453020" sldId="344"/>
            <ac:spMk id="4" creationId="{F2B15CD3-E28E-0701-0D70-60C13F6F3A24}"/>
          </ac:spMkLst>
        </pc:spChg>
        <pc:spChg chg="add mod topLvl">
          <ac:chgData name="Pi, Yalong" userId="c9a3dc08-26f0-490d-b190-2780270c58e1" providerId="ADAL" clId="{D371429A-E592-441C-BA26-829AB7F9FC64}" dt="2025-06-10T19:08:32.846" v="194" actId="1076"/>
          <ac:spMkLst>
            <pc:docMk/>
            <pc:sldMk cId="423453020" sldId="344"/>
            <ac:spMk id="6" creationId="{F7CC961F-4851-F970-E328-75AC1682FAF7}"/>
          </ac:spMkLst>
        </pc:spChg>
        <pc:spChg chg="add mod topLvl">
          <ac:chgData name="Pi, Yalong" userId="c9a3dc08-26f0-490d-b190-2780270c58e1" providerId="ADAL" clId="{D371429A-E592-441C-BA26-829AB7F9FC64}" dt="2025-06-10T18:53:03.343" v="160" actId="165"/>
          <ac:spMkLst>
            <pc:docMk/>
            <pc:sldMk cId="423453020" sldId="344"/>
            <ac:spMk id="18" creationId="{CC6BA72E-AA5C-C22E-3462-78FE0E7F9ECA}"/>
          </ac:spMkLst>
        </pc:spChg>
        <pc:spChg chg="add mod topLvl">
          <ac:chgData name="Pi, Yalong" userId="c9a3dc08-26f0-490d-b190-2780270c58e1" providerId="ADAL" clId="{D371429A-E592-441C-BA26-829AB7F9FC64}" dt="2025-06-10T18:54:06.116" v="170" actId="20577"/>
          <ac:spMkLst>
            <pc:docMk/>
            <pc:sldMk cId="423453020" sldId="344"/>
            <ac:spMk id="24" creationId="{66B47C1E-CBC2-1819-B527-6A2E65685C8E}"/>
          </ac:spMkLst>
        </pc:spChg>
        <pc:spChg chg="mod">
          <ac:chgData name="Pi, Yalong" userId="c9a3dc08-26f0-490d-b190-2780270c58e1" providerId="ADAL" clId="{D371429A-E592-441C-BA26-829AB7F9FC64}" dt="2025-06-10T18:41:46.379" v="155"/>
          <ac:spMkLst>
            <pc:docMk/>
            <pc:sldMk cId="423453020" sldId="344"/>
            <ac:spMk id="47" creationId="{A7FF7D95-A816-DB6B-995F-A7E273A95BF5}"/>
          </ac:spMkLst>
        </pc:spChg>
        <pc:spChg chg="mod">
          <ac:chgData name="Pi, Yalong" userId="c9a3dc08-26f0-490d-b190-2780270c58e1" providerId="ADAL" clId="{D371429A-E592-441C-BA26-829AB7F9FC64}" dt="2025-06-10T18:41:46.379" v="155"/>
          <ac:spMkLst>
            <pc:docMk/>
            <pc:sldMk cId="423453020" sldId="344"/>
            <ac:spMk id="48" creationId="{416A61BC-1289-A0AB-1817-BA366221A43A}"/>
          </ac:spMkLst>
        </pc:spChg>
        <pc:spChg chg="mod">
          <ac:chgData name="Pi, Yalong" userId="c9a3dc08-26f0-490d-b190-2780270c58e1" providerId="ADAL" clId="{D371429A-E592-441C-BA26-829AB7F9FC64}" dt="2025-06-10T18:41:46.379" v="155"/>
          <ac:spMkLst>
            <pc:docMk/>
            <pc:sldMk cId="423453020" sldId="344"/>
            <ac:spMk id="51" creationId="{25FB7790-3288-4821-E3AA-F28F69CB562A}"/>
          </ac:spMkLst>
        </pc:spChg>
        <pc:spChg chg="mod">
          <ac:chgData name="Pi, Yalong" userId="c9a3dc08-26f0-490d-b190-2780270c58e1" providerId="ADAL" clId="{D371429A-E592-441C-BA26-829AB7F9FC64}" dt="2025-06-10T18:41:46.379" v="155"/>
          <ac:spMkLst>
            <pc:docMk/>
            <pc:sldMk cId="423453020" sldId="344"/>
            <ac:spMk id="52" creationId="{33EC057A-C43C-6669-1758-35EC3E9C3ABB}"/>
          </ac:spMkLst>
        </pc:spChg>
        <pc:spChg chg="mod">
          <ac:chgData name="Pi, Yalong" userId="c9a3dc08-26f0-490d-b190-2780270c58e1" providerId="ADAL" clId="{D371429A-E592-441C-BA26-829AB7F9FC64}" dt="2025-06-10T18:41:46.379" v="155"/>
          <ac:spMkLst>
            <pc:docMk/>
            <pc:sldMk cId="423453020" sldId="344"/>
            <ac:spMk id="55" creationId="{0F6275AD-0E5F-1F7B-5DCE-3CE6852D9E87}"/>
          </ac:spMkLst>
        </pc:spChg>
        <pc:spChg chg="mod">
          <ac:chgData name="Pi, Yalong" userId="c9a3dc08-26f0-490d-b190-2780270c58e1" providerId="ADAL" clId="{D371429A-E592-441C-BA26-829AB7F9FC64}" dt="2025-06-10T18:41:46.379" v="155"/>
          <ac:spMkLst>
            <pc:docMk/>
            <pc:sldMk cId="423453020" sldId="344"/>
            <ac:spMk id="56" creationId="{FD711F1F-C50E-11BD-A112-F39EF23E8D91}"/>
          </ac:spMkLst>
        </pc:spChg>
        <pc:spChg chg="mod">
          <ac:chgData name="Pi, Yalong" userId="c9a3dc08-26f0-490d-b190-2780270c58e1" providerId="ADAL" clId="{D371429A-E592-441C-BA26-829AB7F9FC64}" dt="2025-06-10T18:41:46.379" v="155"/>
          <ac:spMkLst>
            <pc:docMk/>
            <pc:sldMk cId="423453020" sldId="344"/>
            <ac:spMk id="57" creationId="{67C077B1-A707-8634-3A36-07FA42BB6BB8}"/>
          </ac:spMkLst>
        </pc:spChg>
        <pc:spChg chg="mod">
          <ac:chgData name="Pi, Yalong" userId="c9a3dc08-26f0-490d-b190-2780270c58e1" providerId="ADAL" clId="{D371429A-E592-441C-BA26-829AB7F9FC64}" dt="2025-06-10T18:41:46.379" v="155"/>
          <ac:spMkLst>
            <pc:docMk/>
            <pc:sldMk cId="423453020" sldId="344"/>
            <ac:spMk id="58" creationId="{C749CC27-8B74-CC7F-2757-F69A1BE330C9}"/>
          </ac:spMkLst>
        </pc:spChg>
        <pc:spChg chg="add mod">
          <ac:chgData name="Pi, Yalong" userId="c9a3dc08-26f0-490d-b190-2780270c58e1" providerId="ADAL" clId="{D371429A-E592-441C-BA26-829AB7F9FC64}" dt="2025-06-10T18:54:23.467" v="175" actId="20577"/>
          <ac:spMkLst>
            <pc:docMk/>
            <pc:sldMk cId="423453020" sldId="344"/>
            <ac:spMk id="62" creationId="{2967A689-9521-E070-0B60-DAF09C1792CF}"/>
          </ac:spMkLst>
        </pc:spChg>
        <pc:spChg chg="add mod">
          <ac:chgData name="Pi, Yalong" userId="c9a3dc08-26f0-490d-b190-2780270c58e1" providerId="ADAL" clId="{D371429A-E592-441C-BA26-829AB7F9FC64}" dt="2025-06-10T18:54:15.186" v="173" actId="20577"/>
          <ac:spMkLst>
            <pc:docMk/>
            <pc:sldMk cId="423453020" sldId="344"/>
            <ac:spMk id="63" creationId="{EF538335-B432-E919-A82F-F818FA9C5FD7}"/>
          </ac:spMkLst>
        </pc:spChg>
        <pc:spChg chg="add mod">
          <ac:chgData name="Pi, Yalong" userId="c9a3dc08-26f0-490d-b190-2780270c58e1" providerId="ADAL" clId="{D371429A-E592-441C-BA26-829AB7F9FC64}" dt="2025-06-10T19:08:15.363" v="185" actId="14100"/>
          <ac:spMkLst>
            <pc:docMk/>
            <pc:sldMk cId="423453020" sldId="344"/>
            <ac:spMk id="64" creationId="{64DA4A24-EBC9-A8AA-33D8-65924836DAF1}"/>
          </ac:spMkLst>
        </pc:spChg>
        <pc:spChg chg="add mod">
          <ac:chgData name="Pi, Yalong" userId="c9a3dc08-26f0-490d-b190-2780270c58e1" providerId="ADAL" clId="{D371429A-E592-441C-BA26-829AB7F9FC64}" dt="2025-06-10T19:08:27.261" v="191" actId="20577"/>
          <ac:spMkLst>
            <pc:docMk/>
            <pc:sldMk cId="423453020" sldId="344"/>
            <ac:spMk id="67" creationId="{1D032957-8C37-8C71-FCE2-AB27D56C9D4F}"/>
          </ac:spMkLst>
        </pc:spChg>
        <pc:spChg chg="add mod">
          <ac:chgData name="Pi, Yalong" userId="c9a3dc08-26f0-490d-b190-2780270c58e1" providerId="ADAL" clId="{D371429A-E592-441C-BA26-829AB7F9FC64}" dt="2025-06-10T19:08:29.175" v="193" actId="20577"/>
          <ac:spMkLst>
            <pc:docMk/>
            <pc:sldMk cId="423453020" sldId="344"/>
            <ac:spMk id="68" creationId="{A1A26E8D-678E-30A5-532F-3C92E1989EC4}"/>
          </ac:spMkLst>
        </pc:spChg>
        <pc:spChg chg="add">
          <ac:chgData name="Pi, Yalong" userId="c9a3dc08-26f0-490d-b190-2780270c58e1" providerId="ADAL" clId="{D371429A-E592-441C-BA26-829AB7F9FC64}" dt="2025-06-10T19:08:58.221" v="195" actId="11529"/>
          <ac:spMkLst>
            <pc:docMk/>
            <pc:sldMk cId="423453020" sldId="344"/>
            <ac:spMk id="69" creationId="{5B02AEEA-E1BD-D349-DF61-65CDD6AA37BB}"/>
          </ac:spMkLst>
        </pc:spChg>
        <pc:spChg chg="add mod">
          <ac:chgData name="Pi, Yalong" userId="c9a3dc08-26f0-490d-b190-2780270c58e1" providerId="ADAL" clId="{D371429A-E592-441C-BA26-829AB7F9FC64}" dt="2025-06-10T19:10:06.158" v="202" actId="1076"/>
          <ac:spMkLst>
            <pc:docMk/>
            <pc:sldMk cId="423453020" sldId="344"/>
            <ac:spMk id="70" creationId="{5FF6499D-F60A-A6C7-1185-E5367F0B642D}"/>
          </ac:spMkLst>
        </pc:spChg>
        <pc:spChg chg="add mod">
          <ac:chgData name="Pi, Yalong" userId="c9a3dc08-26f0-490d-b190-2780270c58e1" providerId="ADAL" clId="{D371429A-E592-441C-BA26-829AB7F9FC64}" dt="2025-06-10T19:09:10.096" v="200" actId="1076"/>
          <ac:spMkLst>
            <pc:docMk/>
            <pc:sldMk cId="423453020" sldId="344"/>
            <ac:spMk id="71" creationId="{55646AD3-081E-EC7F-D0B6-9FA7CB0AB48C}"/>
          </ac:spMkLst>
        </pc:spChg>
        <pc:spChg chg="add mod">
          <ac:chgData name="Pi, Yalong" userId="c9a3dc08-26f0-490d-b190-2780270c58e1" providerId="ADAL" clId="{D371429A-E592-441C-BA26-829AB7F9FC64}" dt="2025-06-10T20:36:44.228" v="265" actId="14100"/>
          <ac:spMkLst>
            <pc:docMk/>
            <pc:sldMk cId="423453020" sldId="344"/>
            <ac:spMk id="76" creationId="{EE294353-1CAE-86D1-0AFF-6DFA19ABFB9A}"/>
          </ac:spMkLst>
        </pc:spChg>
        <pc:grpChg chg="add mod">
          <ac:chgData name="Pi, Yalong" userId="c9a3dc08-26f0-490d-b190-2780270c58e1" providerId="ADAL" clId="{D371429A-E592-441C-BA26-829AB7F9FC64}" dt="2025-06-10T18:41:50.408" v="156" actId="1076"/>
          <ac:grpSpMkLst>
            <pc:docMk/>
            <pc:sldMk cId="423453020" sldId="344"/>
            <ac:grpSpMk id="46" creationId="{20E33DC3-CFC7-210A-A24E-84C0B2AA6D28}"/>
          </ac:grpSpMkLst>
        </pc:grpChg>
        <pc:graphicFrameChg chg="mod modGraphic">
          <ac:chgData name="Pi, Yalong" userId="c9a3dc08-26f0-490d-b190-2780270c58e1" providerId="ADAL" clId="{D371429A-E592-441C-BA26-829AB7F9FC64}" dt="2025-06-10T20:42:50.609" v="338" actId="1076"/>
          <ac:graphicFrameMkLst>
            <pc:docMk/>
            <pc:sldMk cId="423453020" sldId="344"/>
            <ac:graphicFrameMk id="27" creationId="{16C2BFE7-260C-0ABD-077F-E1B997416406}"/>
          </ac:graphicFrameMkLst>
        </pc:graphicFrameChg>
        <pc:graphicFrameChg chg="add del mod modGraphic">
          <ac:chgData name="Pi, Yalong" userId="c9a3dc08-26f0-490d-b190-2780270c58e1" providerId="ADAL" clId="{D371429A-E592-441C-BA26-829AB7F9FC64}" dt="2025-06-10T20:41:43.819" v="328" actId="14100"/>
          <ac:graphicFrameMkLst>
            <pc:docMk/>
            <pc:sldMk cId="423453020" sldId="344"/>
            <ac:graphicFrameMk id="74" creationId="{D3265FEE-F16C-631C-D288-59D9594EC1F3}"/>
          </ac:graphicFrameMkLst>
        </pc:graphicFrameChg>
        <pc:cxnChg chg="mod topLvl">
          <ac:chgData name="Pi, Yalong" userId="c9a3dc08-26f0-490d-b190-2780270c58e1" providerId="ADAL" clId="{D371429A-E592-441C-BA26-829AB7F9FC64}" dt="2025-06-10T19:10:24.043" v="205" actId="17032"/>
          <ac:cxnSpMkLst>
            <pc:docMk/>
            <pc:sldMk cId="423453020" sldId="344"/>
            <ac:cxnSpMk id="16" creationId="{08357E55-9EE2-EE0F-885F-68366CA13800}"/>
          </ac:cxnSpMkLst>
        </pc:cxnChg>
        <pc:cxnChg chg="mod">
          <ac:chgData name="Pi, Yalong" userId="c9a3dc08-26f0-490d-b190-2780270c58e1" providerId="ADAL" clId="{D371429A-E592-441C-BA26-829AB7F9FC64}" dt="2025-06-10T18:41:46.379" v="155"/>
          <ac:cxnSpMkLst>
            <pc:docMk/>
            <pc:sldMk cId="423453020" sldId="344"/>
            <ac:cxnSpMk id="54" creationId="{A8BCC08B-A1DD-05B0-C4E6-BBFD3B00045B}"/>
          </ac:cxnSpMkLst>
        </pc:cxnChg>
      </pc:sldChg>
      <pc:sldChg chg="addSp delSp modSp add del mod">
        <pc:chgData name="Pi, Yalong" userId="c9a3dc08-26f0-490d-b190-2780270c58e1" providerId="ADAL" clId="{D371429A-E592-441C-BA26-829AB7F9FC64}" dt="2025-06-23T15:18:26.793" v="1838"/>
        <pc:sldMkLst>
          <pc:docMk/>
          <pc:sldMk cId="441239745" sldId="345"/>
        </pc:sldMkLst>
        <pc:graphicFrameChg chg="add mod modGraphic">
          <ac:chgData name="Pi, Yalong" userId="c9a3dc08-26f0-490d-b190-2780270c58e1" providerId="ADAL" clId="{D371429A-E592-441C-BA26-829AB7F9FC64}" dt="2025-06-10T20:41:00.344" v="320" actId="20577"/>
          <ac:graphicFrameMkLst>
            <pc:docMk/>
            <pc:sldMk cId="441239745" sldId="345"/>
            <ac:graphicFrameMk id="5" creationId="{F4BE369C-77E4-3037-40EF-5A8480D28D28}"/>
          </ac:graphicFrameMkLst>
        </pc:graphicFrameChg>
        <pc:graphicFrameChg chg="add mod modGraphic">
          <ac:chgData name="Pi, Yalong" userId="c9a3dc08-26f0-490d-b190-2780270c58e1" providerId="ADAL" clId="{D371429A-E592-441C-BA26-829AB7F9FC64}" dt="2025-06-10T20:42:20.948" v="337" actId="207"/>
          <ac:graphicFrameMkLst>
            <pc:docMk/>
            <pc:sldMk cId="441239745" sldId="345"/>
            <ac:graphicFrameMk id="7" creationId="{DFA01B68-80D3-E74C-B566-275C1D8EC724}"/>
          </ac:graphicFrameMkLst>
        </pc:graphicFrameChg>
        <pc:graphicFrameChg chg="mod">
          <ac:chgData name="Pi, Yalong" userId="c9a3dc08-26f0-490d-b190-2780270c58e1" providerId="ADAL" clId="{D371429A-E592-441C-BA26-829AB7F9FC64}" dt="2025-06-10T20:40:08.503" v="303" actId="21"/>
          <ac:graphicFrameMkLst>
            <pc:docMk/>
            <pc:sldMk cId="441239745" sldId="345"/>
            <ac:graphicFrameMk id="22" creationId="{45D0FBBC-38D9-225A-B133-612C5CE2141E}"/>
          </ac:graphicFrameMkLst>
        </pc:graphicFrameChg>
      </pc:sldChg>
      <pc:sldChg chg="add del">
        <pc:chgData name="Pi, Yalong" userId="c9a3dc08-26f0-490d-b190-2780270c58e1" providerId="ADAL" clId="{D371429A-E592-441C-BA26-829AB7F9FC64}" dt="2025-06-10T20:49:17.789" v="395" actId="47"/>
        <pc:sldMkLst>
          <pc:docMk/>
          <pc:sldMk cId="3670818009" sldId="346"/>
        </pc:sldMkLst>
      </pc:sldChg>
      <pc:sldChg chg="addSp delSp modSp add del mod">
        <pc:chgData name="Pi, Yalong" userId="c9a3dc08-26f0-490d-b190-2780270c58e1" providerId="ADAL" clId="{D371429A-E592-441C-BA26-829AB7F9FC64}" dt="2025-06-23T15:18:26.793" v="1838"/>
        <pc:sldMkLst>
          <pc:docMk/>
          <pc:sldMk cId="3465829615" sldId="347"/>
        </pc:sldMkLst>
        <pc:spChg chg="add mod">
          <ac:chgData name="Pi, Yalong" userId="c9a3dc08-26f0-490d-b190-2780270c58e1" providerId="ADAL" clId="{D371429A-E592-441C-BA26-829AB7F9FC64}" dt="2025-06-10T20:51:00.676" v="420" actId="20577"/>
          <ac:spMkLst>
            <pc:docMk/>
            <pc:sldMk cId="3465829615" sldId="347"/>
            <ac:spMk id="7" creationId="{2D4EF67E-DBE5-E083-C15E-D0A824A08617}"/>
          </ac:spMkLst>
        </pc:spChg>
        <pc:graphicFrameChg chg="add mod modGraphic">
          <ac:chgData name="Pi, Yalong" userId="c9a3dc08-26f0-490d-b190-2780270c58e1" providerId="ADAL" clId="{D371429A-E592-441C-BA26-829AB7F9FC64}" dt="2025-06-11T12:53:23.203" v="710" actId="2084"/>
          <ac:graphicFrameMkLst>
            <pc:docMk/>
            <pc:sldMk cId="3465829615" sldId="347"/>
            <ac:graphicFrameMk id="11" creationId="{05319B79-447A-0F2F-0F15-EAD9C238104A}"/>
          </ac:graphicFrameMkLst>
        </pc:graphicFrameChg>
      </pc:sldChg>
      <pc:sldChg chg="add del">
        <pc:chgData name="Pi, Yalong" userId="c9a3dc08-26f0-490d-b190-2780270c58e1" providerId="ADAL" clId="{D371429A-E592-441C-BA26-829AB7F9FC64}" dt="2025-06-10T20:49:16.509" v="393" actId="47"/>
        <pc:sldMkLst>
          <pc:docMk/>
          <pc:sldMk cId="2878082822" sldId="348"/>
        </pc:sldMkLst>
      </pc:sldChg>
      <pc:sldChg chg="add del">
        <pc:chgData name="Pi, Yalong" userId="c9a3dc08-26f0-490d-b190-2780270c58e1" providerId="ADAL" clId="{D371429A-E592-441C-BA26-829AB7F9FC64}" dt="2025-06-10T20:49:17.158" v="394" actId="47"/>
        <pc:sldMkLst>
          <pc:docMk/>
          <pc:sldMk cId="2684212589" sldId="349"/>
        </pc:sldMkLst>
      </pc:sldChg>
      <pc:sldChg chg="addSp delSp modSp add del mod">
        <pc:chgData name="Pi, Yalong" userId="c9a3dc08-26f0-490d-b190-2780270c58e1" providerId="ADAL" clId="{D371429A-E592-441C-BA26-829AB7F9FC64}" dt="2025-06-23T15:18:26.793" v="1838"/>
        <pc:sldMkLst>
          <pc:docMk/>
          <pc:sldMk cId="3886079038" sldId="350"/>
        </pc:sldMkLst>
        <pc:spChg chg="add mod">
          <ac:chgData name="Pi, Yalong" userId="c9a3dc08-26f0-490d-b190-2780270c58e1" providerId="ADAL" clId="{D371429A-E592-441C-BA26-829AB7F9FC64}" dt="2025-06-10T20:54:42.352" v="436" actId="1076"/>
          <ac:spMkLst>
            <pc:docMk/>
            <pc:sldMk cId="3886079038" sldId="350"/>
            <ac:spMk id="13" creationId="{F3DFC89A-BA9C-11C0-E9AA-B2F798C48C47}"/>
          </ac:spMkLst>
        </pc:spChg>
        <pc:graphicFrameChg chg="add mod modGraphic">
          <ac:chgData name="Pi, Yalong" userId="c9a3dc08-26f0-490d-b190-2780270c58e1" providerId="ADAL" clId="{D371429A-E592-441C-BA26-829AB7F9FC64}" dt="2025-06-10T20:54:45.021" v="437" actId="1076"/>
          <ac:graphicFrameMkLst>
            <pc:docMk/>
            <pc:sldMk cId="3886079038" sldId="350"/>
            <ac:graphicFrameMk id="8" creationId="{26C581F6-A58B-BE9A-2400-082F564F6434}"/>
          </ac:graphicFrameMkLst>
        </pc:graphicFrameChg>
        <pc:graphicFrameChg chg="add mod">
          <ac:chgData name="Pi, Yalong" userId="c9a3dc08-26f0-490d-b190-2780270c58e1" providerId="ADAL" clId="{D371429A-E592-441C-BA26-829AB7F9FC64}" dt="2025-06-10T20:47:27.520" v="379" actId="1076"/>
          <ac:graphicFrameMkLst>
            <pc:docMk/>
            <pc:sldMk cId="3886079038" sldId="350"/>
            <ac:graphicFrameMk id="11" creationId="{1DAD3B3A-D8C9-6736-59BB-320424DBC718}"/>
          </ac:graphicFrameMkLst>
        </pc:graphicFrameChg>
      </pc:sldChg>
      <pc:sldChg chg="addSp delSp modSp add del mod">
        <pc:chgData name="Pi, Yalong" userId="c9a3dc08-26f0-490d-b190-2780270c58e1" providerId="ADAL" clId="{D371429A-E592-441C-BA26-829AB7F9FC64}" dt="2025-06-23T15:18:26.793" v="1838"/>
        <pc:sldMkLst>
          <pc:docMk/>
          <pc:sldMk cId="3114448969" sldId="351"/>
        </pc:sldMkLst>
        <pc:spChg chg="add mod">
          <ac:chgData name="Pi, Yalong" userId="c9a3dc08-26f0-490d-b190-2780270c58e1" providerId="ADAL" clId="{D371429A-E592-441C-BA26-829AB7F9FC64}" dt="2025-06-10T20:53:36.731" v="424" actId="164"/>
          <ac:spMkLst>
            <pc:docMk/>
            <pc:sldMk cId="3114448969" sldId="351"/>
            <ac:spMk id="5" creationId="{432DC5C6-65DB-E5D1-CA9C-9BAAEE6F9BD7}"/>
          </ac:spMkLst>
        </pc:spChg>
        <pc:spChg chg="add mod">
          <ac:chgData name="Pi, Yalong" userId="c9a3dc08-26f0-490d-b190-2780270c58e1" providerId="ADAL" clId="{D371429A-E592-441C-BA26-829AB7F9FC64}" dt="2025-06-10T20:53:36.731" v="424" actId="164"/>
          <ac:spMkLst>
            <pc:docMk/>
            <pc:sldMk cId="3114448969" sldId="351"/>
            <ac:spMk id="12" creationId="{BB35125C-92AC-E19F-8357-2D92B700D3DD}"/>
          </ac:spMkLst>
        </pc:spChg>
        <pc:spChg chg="add mod">
          <ac:chgData name="Pi, Yalong" userId="c9a3dc08-26f0-490d-b190-2780270c58e1" providerId="ADAL" clId="{D371429A-E592-441C-BA26-829AB7F9FC64}" dt="2025-06-10T20:53:36.731" v="424" actId="164"/>
          <ac:spMkLst>
            <pc:docMk/>
            <pc:sldMk cId="3114448969" sldId="351"/>
            <ac:spMk id="13" creationId="{2A1A586A-436B-89B4-961E-1ACC440DB4F6}"/>
          </ac:spMkLst>
        </pc:spChg>
        <pc:spChg chg="add mod">
          <ac:chgData name="Pi, Yalong" userId="c9a3dc08-26f0-490d-b190-2780270c58e1" providerId="ADAL" clId="{D371429A-E592-441C-BA26-829AB7F9FC64}" dt="2025-06-10T20:53:36.731" v="424" actId="164"/>
          <ac:spMkLst>
            <pc:docMk/>
            <pc:sldMk cId="3114448969" sldId="351"/>
            <ac:spMk id="14" creationId="{2648F0EA-C3F8-87DC-72E7-5E26CAAE0C2A}"/>
          </ac:spMkLst>
        </pc:spChg>
        <pc:spChg chg="add mod">
          <ac:chgData name="Pi, Yalong" userId="c9a3dc08-26f0-490d-b190-2780270c58e1" providerId="ADAL" clId="{D371429A-E592-441C-BA26-829AB7F9FC64}" dt="2025-06-10T20:53:36.731" v="424" actId="164"/>
          <ac:spMkLst>
            <pc:docMk/>
            <pc:sldMk cId="3114448969" sldId="351"/>
            <ac:spMk id="19" creationId="{9C2607BA-4DA6-BDC3-B35B-D5FACB250B19}"/>
          </ac:spMkLst>
        </pc:spChg>
        <pc:spChg chg="add mod">
          <ac:chgData name="Pi, Yalong" userId="c9a3dc08-26f0-490d-b190-2780270c58e1" providerId="ADAL" clId="{D371429A-E592-441C-BA26-829AB7F9FC64}" dt="2025-06-10T20:53:36.731" v="424" actId="164"/>
          <ac:spMkLst>
            <pc:docMk/>
            <pc:sldMk cId="3114448969" sldId="351"/>
            <ac:spMk id="71" creationId="{829B444C-F0FD-1BCF-7E78-C6C6CEFBC8D2}"/>
          </ac:spMkLst>
        </pc:spChg>
        <pc:spChg chg="add mod">
          <ac:chgData name="Pi, Yalong" userId="c9a3dc08-26f0-490d-b190-2780270c58e1" providerId="ADAL" clId="{D371429A-E592-441C-BA26-829AB7F9FC64}" dt="2025-06-10T20:53:36.731" v="424" actId="164"/>
          <ac:spMkLst>
            <pc:docMk/>
            <pc:sldMk cId="3114448969" sldId="351"/>
            <ac:spMk id="72" creationId="{0320B2CE-91B4-D9DA-7C3A-36957B5A1972}"/>
          </ac:spMkLst>
        </pc:spChg>
        <pc:grpChg chg="add mod">
          <ac:chgData name="Pi, Yalong" userId="c9a3dc08-26f0-490d-b190-2780270c58e1" providerId="ADAL" clId="{D371429A-E592-441C-BA26-829AB7F9FC64}" dt="2025-06-10T20:53:36.731" v="424" actId="164"/>
          <ac:grpSpMkLst>
            <pc:docMk/>
            <pc:sldMk cId="3114448969" sldId="351"/>
            <ac:grpSpMk id="20" creationId="{D821E128-8256-055A-6D8F-6AF2F1647444}"/>
          </ac:grpSpMkLst>
        </pc:grpChg>
        <pc:grpChg chg="add mod">
          <ac:chgData name="Pi, Yalong" userId="c9a3dc08-26f0-490d-b190-2780270c58e1" providerId="ADAL" clId="{D371429A-E592-441C-BA26-829AB7F9FC64}" dt="2025-06-10T20:53:36.731" v="424" actId="164"/>
          <ac:grpSpMkLst>
            <pc:docMk/>
            <pc:sldMk cId="3114448969" sldId="351"/>
            <ac:grpSpMk id="62" creationId="{DA03850D-7113-8D4B-1929-57BDA9E9F8EF}"/>
          </ac:grpSpMkLst>
        </pc:grpChg>
        <pc:grpChg chg="add mod">
          <ac:chgData name="Pi, Yalong" userId="c9a3dc08-26f0-490d-b190-2780270c58e1" providerId="ADAL" clId="{D371429A-E592-441C-BA26-829AB7F9FC64}" dt="2025-06-10T20:53:35.787" v="423"/>
          <ac:grpSpMkLst>
            <pc:docMk/>
            <pc:sldMk cId="3114448969" sldId="351"/>
            <ac:grpSpMk id="73" creationId="{BA9315ED-35B6-482D-291A-312E9588DEFB}"/>
          </ac:grpSpMkLst>
        </pc:grpChg>
        <pc:grpChg chg="add mod">
          <ac:chgData name="Pi, Yalong" userId="c9a3dc08-26f0-490d-b190-2780270c58e1" providerId="ADAL" clId="{D371429A-E592-441C-BA26-829AB7F9FC64}" dt="2025-06-10T20:53:48.422" v="427" actId="1076"/>
          <ac:grpSpMkLst>
            <pc:docMk/>
            <pc:sldMk cId="3114448969" sldId="351"/>
            <ac:grpSpMk id="90" creationId="{DDBA0C72-707C-067E-A443-F0AB22C8068C}"/>
          </ac:grpSpMkLst>
        </pc:grpChg>
        <pc:graphicFrameChg chg="add del modGraphic">
          <ac:chgData name="Pi, Yalong" userId="c9a3dc08-26f0-490d-b190-2780270c58e1" providerId="ADAL" clId="{D371429A-E592-441C-BA26-829AB7F9FC64}" dt="2025-06-11T12:53:04.654" v="708" actId="2084"/>
          <ac:graphicFrameMkLst>
            <pc:docMk/>
            <pc:sldMk cId="3114448969" sldId="351"/>
            <ac:graphicFrameMk id="11" creationId="{BC42D78F-54F7-C270-5E90-E568E7B64B77}"/>
          </ac:graphicFrameMkLst>
        </pc:graphicFrameChg>
        <pc:graphicFrameChg chg="add mod modGraphic">
          <ac:chgData name="Pi, Yalong" userId="c9a3dc08-26f0-490d-b190-2780270c58e1" providerId="ADAL" clId="{D371429A-E592-441C-BA26-829AB7F9FC64}" dt="2025-06-10T20:56:52.549" v="456" actId="1076"/>
          <ac:graphicFrameMkLst>
            <pc:docMk/>
            <pc:sldMk cId="3114448969" sldId="351"/>
            <ac:graphicFrameMk id="92" creationId="{08079733-B81F-E03D-71BA-F2CE76740ECF}"/>
          </ac:graphicFrameMkLst>
        </pc:graphicFrameChg>
      </pc:sldChg>
      <pc:sldChg chg="addSp delSp modSp new add del mod">
        <pc:chgData name="Pi, Yalong" userId="c9a3dc08-26f0-490d-b190-2780270c58e1" providerId="ADAL" clId="{D371429A-E592-441C-BA26-829AB7F9FC64}" dt="2025-06-23T15:18:26.793" v="1838"/>
        <pc:sldMkLst>
          <pc:docMk/>
          <pc:sldMk cId="987018398" sldId="352"/>
        </pc:sldMkLst>
        <pc:spChg chg="mod">
          <ac:chgData name="Pi, Yalong" userId="c9a3dc08-26f0-490d-b190-2780270c58e1" providerId="ADAL" clId="{D371429A-E592-441C-BA26-829AB7F9FC64}" dt="2025-06-10T21:03:19.621" v="506"/>
          <ac:spMkLst>
            <pc:docMk/>
            <pc:sldMk cId="987018398" sldId="352"/>
            <ac:spMk id="51" creationId="{F3DFA179-601F-6BD6-6AAC-3D4C4765E36F}"/>
          </ac:spMkLst>
        </pc:spChg>
        <pc:spChg chg="mod">
          <ac:chgData name="Pi, Yalong" userId="c9a3dc08-26f0-490d-b190-2780270c58e1" providerId="ADAL" clId="{D371429A-E592-441C-BA26-829AB7F9FC64}" dt="2025-06-10T21:03:19.621" v="506"/>
          <ac:spMkLst>
            <pc:docMk/>
            <pc:sldMk cId="987018398" sldId="352"/>
            <ac:spMk id="52" creationId="{DA38EE12-41DF-79E6-F224-A5D2CFC98175}"/>
          </ac:spMkLst>
        </pc:spChg>
        <pc:spChg chg="mod">
          <ac:chgData name="Pi, Yalong" userId="c9a3dc08-26f0-490d-b190-2780270c58e1" providerId="ADAL" clId="{D371429A-E592-441C-BA26-829AB7F9FC64}" dt="2025-06-10T21:03:19.621" v="506"/>
          <ac:spMkLst>
            <pc:docMk/>
            <pc:sldMk cId="987018398" sldId="352"/>
            <ac:spMk id="55" creationId="{A02D58FA-BD12-7F19-8393-742A28EA0343}"/>
          </ac:spMkLst>
        </pc:spChg>
        <pc:spChg chg="mod">
          <ac:chgData name="Pi, Yalong" userId="c9a3dc08-26f0-490d-b190-2780270c58e1" providerId="ADAL" clId="{D371429A-E592-441C-BA26-829AB7F9FC64}" dt="2025-06-10T21:03:19.621" v="506"/>
          <ac:spMkLst>
            <pc:docMk/>
            <pc:sldMk cId="987018398" sldId="352"/>
            <ac:spMk id="56" creationId="{E4970F32-9927-FB5E-035C-7581D64E2D88}"/>
          </ac:spMkLst>
        </pc:spChg>
        <pc:spChg chg="mod">
          <ac:chgData name="Pi, Yalong" userId="c9a3dc08-26f0-490d-b190-2780270c58e1" providerId="ADAL" clId="{D371429A-E592-441C-BA26-829AB7F9FC64}" dt="2025-06-10T21:03:19.621" v="506"/>
          <ac:spMkLst>
            <pc:docMk/>
            <pc:sldMk cId="987018398" sldId="352"/>
            <ac:spMk id="59" creationId="{D0E3EEAE-72C7-F5F7-1F9E-0FD0C752A5E6}"/>
          </ac:spMkLst>
        </pc:spChg>
        <pc:spChg chg="mod">
          <ac:chgData name="Pi, Yalong" userId="c9a3dc08-26f0-490d-b190-2780270c58e1" providerId="ADAL" clId="{D371429A-E592-441C-BA26-829AB7F9FC64}" dt="2025-06-10T21:03:19.621" v="506"/>
          <ac:spMkLst>
            <pc:docMk/>
            <pc:sldMk cId="987018398" sldId="352"/>
            <ac:spMk id="60" creationId="{48E0EC22-FB6C-F26A-DB57-3F2E36E4D833}"/>
          </ac:spMkLst>
        </pc:spChg>
        <pc:spChg chg="mod">
          <ac:chgData name="Pi, Yalong" userId="c9a3dc08-26f0-490d-b190-2780270c58e1" providerId="ADAL" clId="{D371429A-E592-441C-BA26-829AB7F9FC64}" dt="2025-06-10T21:03:19.621" v="506"/>
          <ac:spMkLst>
            <pc:docMk/>
            <pc:sldMk cId="987018398" sldId="352"/>
            <ac:spMk id="61" creationId="{6F4BFAC2-503C-751C-3962-7E432975378A}"/>
          </ac:spMkLst>
        </pc:spChg>
        <pc:spChg chg="mod">
          <ac:chgData name="Pi, Yalong" userId="c9a3dc08-26f0-490d-b190-2780270c58e1" providerId="ADAL" clId="{D371429A-E592-441C-BA26-829AB7F9FC64}" dt="2025-06-11T12:53:45.008" v="711" actId="1076"/>
          <ac:spMkLst>
            <pc:docMk/>
            <pc:sldMk cId="987018398" sldId="352"/>
            <ac:spMk id="62" creationId="{4331775A-EE1E-5E80-2396-6B7D73024DE3}"/>
          </ac:spMkLst>
        </pc:spChg>
        <pc:grpChg chg="add mod">
          <ac:chgData name="Pi, Yalong" userId="c9a3dc08-26f0-490d-b190-2780270c58e1" providerId="ADAL" clId="{D371429A-E592-441C-BA26-829AB7F9FC64}" dt="2025-06-10T21:03:26.195" v="508" actId="14100"/>
          <ac:grpSpMkLst>
            <pc:docMk/>
            <pc:sldMk cId="987018398" sldId="352"/>
            <ac:grpSpMk id="50" creationId="{D1F6E74C-3A11-F708-6E79-6196F3339448}"/>
          </ac:grpSpMkLst>
        </pc:grpChg>
        <pc:graphicFrameChg chg="add mod modGraphic">
          <ac:chgData name="Pi, Yalong" userId="c9a3dc08-26f0-490d-b190-2780270c58e1" providerId="ADAL" clId="{D371429A-E592-441C-BA26-829AB7F9FC64}" dt="2025-06-10T21:03:18.926" v="505" actId="1076"/>
          <ac:graphicFrameMkLst>
            <pc:docMk/>
            <pc:sldMk cId="987018398" sldId="352"/>
            <ac:graphicFrameMk id="2" creationId="{8C555DA3-818F-DC8A-BE02-E41FA8C25904}"/>
          </ac:graphicFrameMkLst>
        </pc:graphicFrameChg>
        <pc:cxnChg chg="mod">
          <ac:chgData name="Pi, Yalong" userId="c9a3dc08-26f0-490d-b190-2780270c58e1" providerId="ADAL" clId="{D371429A-E592-441C-BA26-829AB7F9FC64}" dt="2025-06-10T21:03:19.621" v="506"/>
          <ac:cxnSpMkLst>
            <pc:docMk/>
            <pc:sldMk cId="987018398" sldId="352"/>
            <ac:cxnSpMk id="53" creationId="{9C3F1845-EE99-5340-3A37-44D452248189}"/>
          </ac:cxnSpMkLst>
        </pc:cxnChg>
      </pc:sldChg>
      <pc:sldChg chg="addSp modSp add del mod">
        <pc:chgData name="Pi, Yalong" userId="c9a3dc08-26f0-490d-b190-2780270c58e1" providerId="ADAL" clId="{D371429A-E592-441C-BA26-829AB7F9FC64}" dt="2025-06-23T15:18:26.793" v="1838"/>
        <pc:sldMkLst>
          <pc:docMk/>
          <pc:sldMk cId="3194191231" sldId="353"/>
        </pc:sldMkLst>
        <pc:spChg chg="add mod">
          <ac:chgData name="Pi, Yalong" userId="c9a3dc08-26f0-490d-b190-2780270c58e1" providerId="ADAL" clId="{D371429A-E592-441C-BA26-829AB7F9FC64}" dt="2025-06-10T20:59:26.020" v="483" actId="1076"/>
          <ac:spMkLst>
            <pc:docMk/>
            <pc:sldMk cId="3194191231" sldId="353"/>
            <ac:spMk id="3" creationId="{F0E33F22-7B5C-7EE2-7274-5B8C35F2DE22}"/>
          </ac:spMkLst>
        </pc:spChg>
        <pc:spChg chg="add mod">
          <ac:chgData name="Pi, Yalong" userId="c9a3dc08-26f0-490d-b190-2780270c58e1" providerId="ADAL" clId="{D371429A-E592-441C-BA26-829AB7F9FC64}" dt="2025-06-10T20:58:40.609" v="469" actId="1076"/>
          <ac:spMkLst>
            <pc:docMk/>
            <pc:sldMk cId="3194191231" sldId="353"/>
            <ac:spMk id="4" creationId="{32C75061-06DF-1ADB-82DE-B011518E8A56}"/>
          </ac:spMkLst>
        </pc:spChg>
        <pc:spChg chg="add mod">
          <ac:chgData name="Pi, Yalong" userId="c9a3dc08-26f0-490d-b190-2780270c58e1" providerId="ADAL" clId="{D371429A-E592-441C-BA26-829AB7F9FC64}" dt="2025-06-10T20:59:22.632" v="482" actId="1076"/>
          <ac:spMkLst>
            <pc:docMk/>
            <pc:sldMk cId="3194191231" sldId="353"/>
            <ac:spMk id="5" creationId="{64FE0855-10CC-6749-6DC2-A643A81EC054}"/>
          </ac:spMkLst>
        </pc:spChg>
        <pc:spChg chg="add mod">
          <ac:chgData name="Pi, Yalong" userId="c9a3dc08-26f0-490d-b190-2780270c58e1" providerId="ADAL" clId="{D371429A-E592-441C-BA26-829AB7F9FC64}" dt="2025-06-10T20:59:04.346" v="476" actId="688"/>
          <ac:spMkLst>
            <pc:docMk/>
            <pc:sldMk cId="3194191231" sldId="353"/>
            <ac:spMk id="6" creationId="{5E3D0169-FF19-7D35-F57A-AE4E476F05F6}"/>
          </ac:spMkLst>
        </pc:spChg>
        <pc:spChg chg="add mod">
          <ac:chgData name="Pi, Yalong" userId="c9a3dc08-26f0-490d-b190-2780270c58e1" providerId="ADAL" clId="{D371429A-E592-441C-BA26-829AB7F9FC64}" dt="2025-06-10T20:59:12.804" v="479" actId="14100"/>
          <ac:spMkLst>
            <pc:docMk/>
            <pc:sldMk cId="3194191231" sldId="353"/>
            <ac:spMk id="7" creationId="{9DC7D405-2AD0-1269-164A-31E1A2250CC5}"/>
          </ac:spMkLst>
        </pc:spChg>
        <pc:spChg chg="add mod">
          <ac:chgData name="Pi, Yalong" userId="c9a3dc08-26f0-490d-b190-2780270c58e1" providerId="ADAL" clId="{D371429A-E592-441C-BA26-829AB7F9FC64}" dt="2025-06-10T20:59:17.138" v="481" actId="1076"/>
          <ac:spMkLst>
            <pc:docMk/>
            <pc:sldMk cId="3194191231" sldId="353"/>
            <ac:spMk id="8" creationId="{23349F44-1422-7A57-77BC-A023D7C463A4}"/>
          </ac:spMkLst>
        </pc:spChg>
        <pc:spChg chg="add mod">
          <ac:chgData name="Pi, Yalong" userId="c9a3dc08-26f0-490d-b190-2780270c58e1" providerId="ADAL" clId="{D371429A-E592-441C-BA26-829AB7F9FC64}" dt="2025-06-10T21:01:06.705" v="499" actId="1076"/>
          <ac:spMkLst>
            <pc:docMk/>
            <pc:sldMk cId="3194191231" sldId="353"/>
            <ac:spMk id="9" creationId="{880C5364-9FAC-D8B9-12E9-D080A95C4C75}"/>
          </ac:spMkLst>
        </pc:spChg>
        <pc:spChg chg="add mod">
          <ac:chgData name="Pi, Yalong" userId="c9a3dc08-26f0-490d-b190-2780270c58e1" providerId="ADAL" clId="{D371429A-E592-441C-BA26-829AB7F9FC64}" dt="2025-06-10T21:01:16.065" v="502" actId="1076"/>
          <ac:spMkLst>
            <pc:docMk/>
            <pc:sldMk cId="3194191231" sldId="353"/>
            <ac:spMk id="10" creationId="{130109CA-B548-81BC-E8B6-57BEB17190CC}"/>
          </ac:spMkLst>
        </pc:spChg>
      </pc:sldChg>
      <pc:sldChg chg="addSp delSp modSp add del mod">
        <pc:chgData name="Pi, Yalong" userId="c9a3dc08-26f0-490d-b190-2780270c58e1" providerId="ADAL" clId="{D371429A-E592-441C-BA26-829AB7F9FC64}" dt="2025-06-23T15:18:25.784" v="1837" actId="47"/>
        <pc:sldMkLst>
          <pc:docMk/>
          <pc:sldMk cId="1634234858" sldId="354"/>
        </pc:sldMkLst>
      </pc:sldChg>
      <pc:sldChg chg="add del">
        <pc:chgData name="Pi, Yalong" userId="c9a3dc08-26f0-490d-b190-2780270c58e1" providerId="ADAL" clId="{D371429A-E592-441C-BA26-829AB7F9FC64}" dt="2025-06-23T15:18:26.793" v="1838"/>
        <pc:sldMkLst>
          <pc:docMk/>
          <pc:sldMk cId="3708792088" sldId="355"/>
        </pc:sldMkLst>
      </pc:sldChg>
      <pc:sldChg chg="add del">
        <pc:chgData name="Pi, Yalong" userId="c9a3dc08-26f0-490d-b190-2780270c58e1" providerId="ADAL" clId="{D371429A-E592-441C-BA26-829AB7F9FC64}" dt="2025-06-23T15:18:26.793" v="1838"/>
        <pc:sldMkLst>
          <pc:docMk/>
          <pc:sldMk cId="1957540637" sldId="356"/>
        </pc:sldMkLst>
      </pc:sldChg>
      <pc:sldChg chg="add del">
        <pc:chgData name="Pi, Yalong" userId="c9a3dc08-26f0-490d-b190-2780270c58e1" providerId="ADAL" clId="{D371429A-E592-441C-BA26-829AB7F9FC64}" dt="2025-06-23T15:18:26.793" v="1838"/>
        <pc:sldMkLst>
          <pc:docMk/>
          <pc:sldMk cId="2179366167" sldId="357"/>
        </pc:sldMkLst>
      </pc:sldChg>
      <pc:sldChg chg="modSp add del mod">
        <pc:chgData name="Pi, Yalong" userId="c9a3dc08-26f0-490d-b190-2780270c58e1" providerId="ADAL" clId="{D371429A-E592-441C-BA26-829AB7F9FC64}" dt="2025-06-23T15:18:26.793" v="1838"/>
        <pc:sldMkLst>
          <pc:docMk/>
          <pc:sldMk cId="3762349812" sldId="358"/>
        </pc:sldMkLst>
        <pc:spChg chg="mod">
          <ac:chgData name="Pi, Yalong" userId="c9a3dc08-26f0-490d-b190-2780270c58e1" providerId="ADAL" clId="{D371429A-E592-441C-BA26-829AB7F9FC64}" dt="2025-06-10T21:29:50.665" v="526" actId="14100"/>
          <ac:spMkLst>
            <pc:docMk/>
            <pc:sldMk cId="3762349812" sldId="358"/>
            <ac:spMk id="76" creationId="{1F3C3D18-D84A-50E4-1363-7DC97A96EF7E}"/>
          </ac:spMkLst>
        </pc:spChg>
        <pc:spChg chg="mod">
          <ac:chgData name="Pi, Yalong" userId="c9a3dc08-26f0-490d-b190-2780270c58e1" providerId="ADAL" clId="{D371429A-E592-441C-BA26-829AB7F9FC64}" dt="2025-06-10T21:29:50.665" v="526" actId="14100"/>
          <ac:spMkLst>
            <pc:docMk/>
            <pc:sldMk cId="3762349812" sldId="358"/>
            <ac:spMk id="78" creationId="{2A243820-C107-421F-2EF7-6BD2C0D3CC5E}"/>
          </ac:spMkLst>
        </pc:spChg>
      </pc:sldChg>
      <pc:sldChg chg="add del">
        <pc:chgData name="Pi, Yalong" userId="c9a3dc08-26f0-490d-b190-2780270c58e1" providerId="ADAL" clId="{D371429A-E592-441C-BA26-829AB7F9FC64}" dt="2025-06-23T15:18:26.793" v="1838"/>
        <pc:sldMkLst>
          <pc:docMk/>
          <pc:sldMk cId="2792971065" sldId="359"/>
        </pc:sldMkLst>
      </pc:sldChg>
      <pc:sldChg chg="add del">
        <pc:chgData name="Pi, Yalong" userId="c9a3dc08-26f0-490d-b190-2780270c58e1" providerId="ADAL" clId="{D371429A-E592-441C-BA26-829AB7F9FC64}" dt="2025-06-23T15:18:26.793" v="1838"/>
        <pc:sldMkLst>
          <pc:docMk/>
          <pc:sldMk cId="2823956413" sldId="360"/>
        </pc:sldMkLst>
      </pc:sldChg>
      <pc:sldChg chg="addSp modSp add del mod">
        <pc:chgData name="Pi, Yalong" userId="c9a3dc08-26f0-490d-b190-2780270c58e1" providerId="ADAL" clId="{D371429A-E592-441C-BA26-829AB7F9FC64}" dt="2025-06-23T15:18:26.793" v="1838"/>
        <pc:sldMkLst>
          <pc:docMk/>
          <pc:sldMk cId="2797780432" sldId="361"/>
        </pc:sldMkLst>
        <pc:spChg chg="mod">
          <ac:chgData name="Pi, Yalong" userId="c9a3dc08-26f0-490d-b190-2780270c58e1" providerId="ADAL" clId="{D371429A-E592-441C-BA26-829AB7F9FC64}" dt="2025-06-11T20:41:28.009" v="1554" actId="164"/>
          <ac:spMkLst>
            <pc:docMk/>
            <pc:sldMk cId="2797780432" sldId="361"/>
            <ac:spMk id="4" creationId="{669F7932-8FA6-AF0A-5A2C-D88A69C7BB6E}"/>
          </ac:spMkLst>
        </pc:spChg>
        <pc:spChg chg="mod">
          <ac:chgData name="Pi, Yalong" userId="c9a3dc08-26f0-490d-b190-2780270c58e1" providerId="ADAL" clId="{D371429A-E592-441C-BA26-829AB7F9FC64}" dt="2025-06-11T20:41:28.009" v="1554" actId="164"/>
          <ac:spMkLst>
            <pc:docMk/>
            <pc:sldMk cId="2797780432" sldId="361"/>
            <ac:spMk id="5" creationId="{DFD0DD0C-91D7-9039-5237-39AE2A579C6C}"/>
          </ac:spMkLst>
        </pc:spChg>
        <pc:spChg chg="mod">
          <ac:chgData name="Pi, Yalong" userId="c9a3dc08-26f0-490d-b190-2780270c58e1" providerId="ADAL" clId="{D371429A-E592-441C-BA26-829AB7F9FC64}" dt="2025-06-11T20:41:28.009" v="1554" actId="164"/>
          <ac:spMkLst>
            <pc:docMk/>
            <pc:sldMk cId="2797780432" sldId="361"/>
            <ac:spMk id="6" creationId="{82371D87-1784-957B-1550-DF823F4339F4}"/>
          </ac:spMkLst>
        </pc:spChg>
        <pc:spChg chg="mod">
          <ac:chgData name="Pi, Yalong" userId="c9a3dc08-26f0-490d-b190-2780270c58e1" providerId="ADAL" clId="{D371429A-E592-441C-BA26-829AB7F9FC64}" dt="2025-06-11T20:41:28.009" v="1554" actId="164"/>
          <ac:spMkLst>
            <pc:docMk/>
            <pc:sldMk cId="2797780432" sldId="361"/>
            <ac:spMk id="9" creationId="{26FA584F-7E32-AFBB-3728-3378F9821B3E}"/>
          </ac:spMkLst>
        </pc:spChg>
        <pc:spChg chg="mod">
          <ac:chgData name="Pi, Yalong" userId="c9a3dc08-26f0-490d-b190-2780270c58e1" providerId="ADAL" clId="{D371429A-E592-441C-BA26-829AB7F9FC64}" dt="2025-06-11T20:41:28.009" v="1554" actId="164"/>
          <ac:spMkLst>
            <pc:docMk/>
            <pc:sldMk cId="2797780432" sldId="361"/>
            <ac:spMk id="30" creationId="{B04842BF-F5B3-F089-D83B-55C81E85D08A}"/>
          </ac:spMkLst>
        </pc:spChg>
        <pc:spChg chg="mod">
          <ac:chgData name="Pi, Yalong" userId="c9a3dc08-26f0-490d-b190-2780270c58e1" providerId="ADAL" clId="{D371429A-E592-441C-BA26-829AB7F9FC64}" dt="2025-06-11T20:41:28.009" v="1554" actId="164"/>
          <ac:spMkLst>
            <pc:docMk/>
            <pc:sldMk cId="2797780432" sldId="361"/>
            <ac:spMk id="31" creationId="{4FE40382-2F22-037F-59C4-D281151A35E9}"/>
          </ac:spMkLst>
        </pc:spChg>
        <pc:spChg chg="mod">
          <ac:chgData name="Pi, Yalong" userId="c9a3dc08-26f0-490d-b190-2780270c58e1" providerId="ADAL" clId="{D371429A-E592-441C-BA26-829AB7F9FC64}" dt="2025-06-11T20:41:28.009" v="1554" actId="164"/>
          <ac:spMkLst>
            <pc:docMk/>
            <pc:sldMk cId="2797780432" sldId="361"/>
            <ac:spMk id="32" creationId="{A430ABBF-B288-AD4D-8A37-0AF1C89CBA47}"/>
          </ac:spMkLst>
        </pc:spChg>
        <pc:spChg chg="mod">
          <ac:chgData name="Pi, Yalong" userId="c9a3dc08-26f0-490d-b190-2780270c58e1" providerId="ADAL" clId="{D371429A-E592-441C-BA26-829AB7F9FC64}" dt="2025-06-11T20:41:28.009" v="1554" actId="164"/>
          <ac:spMkLst>
            <pc:docMk/>
            <pc:sldMk cId="2797780432" sldId="361"/>
            <ac:spMk id="36" creationId="{7847EB5B-9499-A301-A591-8B9F27CD5585}"/>
          </ac:spMkLst>
        </pc:spChg>
        <pc:spChg chg="mod">
          <ac:chgData name="Pi, Yalong" userId="c9a3dc08-26f0-490d-b190-2780270c58e1" providerId="ADAL" clId="{D371429A-E592-441C-BA26-829AB7F9FC64}" dt="2025-06-11T20:41:28.009" v="1554" actId="164"/>
          <ac:spMkLst>
            <pc:docMk/>
            <pc:sldMk cId="2797780432" sldId="361"/>
            <ac:spMk id="37" creationId="{509C024A-2765-32F2-B761-3BF0BB24814B}"/>
          </ac:spMkLst>
        </pc:spChg>
        <pc:grpChg chg="add mod">
          <ac:chgData name="Pi, Yalong" userId="c9a3dc08-26f0-490d-b190-2780270c58e1" providerId="ADAL" clId="{D371429A-E592-441C-BA26-829AB7F9FC64}" dt="2025-06-11T20:41:40.301" v="1557" actId="1076"/>
          <ac:grpSpMkLst>
            <pc:docMk/>
            <pc:sldMk cId="2797780432" sldId="361"/>
            <ac:grpSpMk id="7" creationId="{AC83B440-D2A0-3F29-4C8A-E72BB23A30E4}"/>
          </ac:grpSpMkLst>
        </pc:grpChg>
      </pc:sldChg>
      <pc:sldChg chg="new del">
        <pc:chgData name="Pi, Yalong" userId="c9a3dc08-26f0-490d-b190-2780270c58e1" providerId="ADAL" clId="{D371429A-E592-441C-BA26-829AB7F9FC64}" dt="2025-06-10T21:49:32.810" v="609" actId="47"/>
        <pc:sldMkLst>
          <pc:docMk/>
          <pc:sldMk cId="1872619346" sldId="362"/>
        </pc:sldMkLst>
      </pc:sldChg>
      <pc:sldChg chg="add del">
        <pc:chgData name="Pi, Yalong" userId="c9a3dc08-26f0-490d-b190-2780270c58e1" providerId="ADAL" clId="{D371429A-E592-441C-BA26-829AB7F9FC64}" dt="2025-06-11T18:04:34.619" v="800" actId="2696"/>
        <pc:sldMkLst>
          <pc:docMk/>
          <pc:sldMk cId="3417314178" sldId="363"/>
        </pc:sldMkLst>
      </pc:sldChg>
      <pc:sldChg chg="add ord">
        <pc:chgData name="Pi, Yalong" userId="c9a3dc08-26f0-490d-b190-2780270c58e1" providerId="ADAL" clId="{D371429A-E592-441C-BA26-829AB7F9FC64}" dt="2025-06-11T18:24:47.908" v="853"/>
        <pc:sldMkLst>
          <pc:docMk/>
          <pc:sldMk cId="3533757533" sldId="363"/>
        </pc:sldMkLst>
      </pc:sldChg>
      <pc:sldChg chg="addSp delSp modSp add mod ord">
        <pc:chgData name="Pi, Yalong" userId="c9a3dc08-26f0-490d-b190-2780270c58e1" providerId="ADAL" clId="{D371429A-E592-441C-BA26-829AB7F9FC64}" dt="2025-06-11T20:54:24.726" v="1598"/>
        <pc:sldMkLst>
          <pc:docMk/>
          <pc:sldMk cId="34975395" sldId="364"/>
        </pc:sldMkLst>
        <pc:spChg chg="mod">
          <ac:chgData name="Pi, Yalong" userId="c9a3dc08-26f0-490d-b190-2780270c58e1" providerId="ADAL" clId="{D371429A-E592-441C-BA26-829AB7F9FC64}" dt="2025-06-11T12:49:40.195" v="679" actId="207"/>
          <ac:spMkLst>
            <pc:docMk/>
            <pc:sldMk cId="34975395" sldId="364"/>
            <ac:spMk id="3" creationId="{A8520C22-D375-4999-7D54-F1C6CE3749CA}"/>
          </ac:spMkLst>
        </pc:spChg>
        <pc:spChg chg="mod">
          <ac:chgData name="Pi, Yalong" userId="c9a3dc08-26f0-490d-b190-2780270c58e1" providerId="ADAL" clId="{D371429A-E592-441C-BA26-829AB7F9FC64}" dt="2025-06-11T12:49:40.195" v="679" actId="207"/>
          <ac:spMkLst>
            <pc:docMk/>
            <pc:sldMk cId="34975395" sldId="364"/>
            <ac:spMk id="6" creationId="{974B6937-07D2-CA92-3EAC-2C6079CACF47}"/>
          </ac:spMkLst>
        </pc:spChg>
        <pc:spChg chg="mod">
          <ac:chgData name="Pi, Yalong" userId="c9a3dc08-26f0-490d-b190-2780270c58e1" providerId="ADAL" clId="{D371429A-E592-441C-BA26-829AB7F9FC64}" dt="2025-06-11T12:49:40.195" v="679" actId="207"/>
          <ac:spMkLst>
            <pc:docMk/>
            <pc:sldMk cId="34975395" sldId="364"/>
            <ac:spMk id="7" creationId="{793F2562-7DD6-7470-A223-B85CDABB718D}"/>
          </ac:spMkLst>
        </pc:spChg>
        <pc:spChg chg="mod">
          <ac:chgData name="Pi, Yalong" userId="c9a3dc08-26f0-490d-b190-2780270c58e1" providerId="ADAL" clId="{D371429A-E592-441C-BA26-829AB7F9FC64}" dt="2025-06-11T12:47:40.574" v="616" actId="403"/>
          <ac:spMkLst>
            <pc:docMk/>
            <pc:sldMk cId="34975395" sldId="364"/>
            <ac:spMk id="10" creationId="{185CB202-0289-4577-90B0-62CA920B33C7}"/>
          </ac:spMkLst>
        </pc:spChg>
        <pc:spChg chg="mod">
          <ac:chgData name="Pi, Yalong" userId="c9a3dc08-26f0-490d-b190-2780270c58e1" providerId="ADAL" clId="{D371429A-E592-441C-BA26-829AB7F9FC64}" dt="2025-06-11T12:51:29.616" v="706" actId="1076"/>
          <ac:spMkLst>
            <pc:docMk/>
            <pc:sldMk cId="34975395" sldId="364"/>
            <ac:spMk id="14" creationId="{A8AF6185-1216-A3FF-0309-80382CD858DE}"/>
          </ac:spMkLst>
        </pc:spChg>
        <pc:spChg chg="mod">
          <ac:chgData name="Pi, Yalong" userId="c9a3dc08-26f0-490d-b190-2780270c58e1" providerId="ADAL" clId="{D371429A-E592-441C-BA26-829AB7F9FC64}" dt="2025-06-11T12:51:27.573" v="705" actId="1076"/>
          <ac:spMkLst>
            <pc:docMk/>
            <pc:sldMk cId="34975395" sldId="364"/>
            <ac:spMk id="15" creationId="{E200998F-2367-61F1-07B5-57A9CD2E08D3}"/>
          </ac:spMkLst>
        </pc:spChg>
        <pc:spChg chg="mod">
          <ac:chgData name="Pi, Yalong" userId="c9a3dc08-26f0-490d-b190-2780270c58e1" providerId="ADAL" clId="{D371429A-E592-441C-BA26-829AB7F9FC64}" dt="2025-06-11T12:51:33.029" v="707" actId="1076"/>
          <ac:spMkLst>
            <pc:docMk/>
            <pc:sldMk cId="34975395" sldId="364"/>
            <ac:spMk id="17" creationId="{0C36858F-7A29-3296-3E42-504FBFB6C83B}"/>
          </ac:spMkLst>
        </pc:spChg>
        <pc:spChg chg="mod">
          <ac:chgData name="Pi, Yalong" userId="c9a3dc08-26f0-490d-b190-2780270c58e1" providerId="ADAL" clId="{D371429A-E592-441C-BA26-829AB7F9FC64}" dt="2025-06-11T12:47:40.574" v="616" actId="403"/>
          <ac:spMkLst>
            <pc:docMk/>
            <pc:sldMk cId="34975395" sldId="364"/>
            <ac:spMk id="18" creationId="{D56EA793-100A-CFD9-0D24-D96018BB2297}"/>
          </ac:spMkLst>
        </pc:spChg>
        <pc:spChg chg="mod">
          <ac:chgData name="Pi, Yalong" userId="c9a3dc08-26f0-490d-b190-2780270c58e1" providerId="ADAL" clId="{D371429A-E592-441C-BA26-829AB7F9FC64}" dt="2025-06-11T12:51:24.103" v="704" actId="1076"/>
          <ac:spMkLst>
            <pc:docMk/>
            <pc:sldMk cId="34975395" sldId="364"/>
            <ac:spMk id="19" creationId="{D8A476A8-06B3-AE0F-67E5-FCD8945AB4E2}"/>
          </ac:spMkLst>
        </pc:spChg>
        <pc:spChg chg="mod">
          <ac:chgData name="Pi, Yalong" userId="c9a3dc08-26f0-490d-b190-2780270c58e1" providerId="ADAL" clId="{D371429A-E592-441C-BA26-829AB7F9FC64}" dt="2025-06-11T12:47:58.649" v="649" actId="1036"/>
          <ac:spMkLst>
            <pc:docMk/>
            <pc:sldMk cId="34975395" sldId="364"/>
            <ac:spMk id="39" creationId="{9396C691-CBB6-0C1E-DD2E-7165FE44FB59}"/>
          </ac:spMkLst>
        </pc:spChg>
        <pc:spChg chg="mod">
          <ac:chgData name="Pi, Yalong" userId="c9a3dc08-26f0-490d-b190-2780270c58e1" providerId="ADAL" clId="{D371429A-E592-441C-BA26-829AB7F9FC64}" dt="2025-06-11T12:48:08.428" v="652" actId="14100"/>
          <ac:spMkLst>
            <pc:docMk/>
            <pc:sldMk cId="34975395" sldId="364"/>
            <ac:spMk id="40" creationId="{BF369317-7E9B-D293-7772-2838E38A47AF}"/>
          </ac:spMkLst>
        </pc:spChg>
        <pc:grpChg chg="mod">
          <ac:chgData name="Pi, Yalong" userId="c9a3dc08-26f0-490d-b190-2780270c58e1" providerId="ADAL" clId="{D371429A-E592-441C-BA26-829AB7F9FC64}" dt="2025-06-11T12:50:11.615" v="702" actId="1036"/>
          <ac:grpSpMkLst>
            <pc:docMk/>
            <pc:sldMk cId="34975395" sldId="364"/>
            <ac:grpSpMk id="20" creationId="{FAD44AF5-4BA2-0003-C502-068EC330B146}"/>
          </ac:grpSpMkLst>
        </pc:grpChg>
        <pc:graphicFrameChg chg="mod modGraphic">
          <ac:chgData name="Pi, Yalong" userId="c9a3dc08-26f0-490d-b190-2780270c58e1" providerId="ADAL" clId="{D371429A-E592-441C-BA26-829AB7F9FC64}" dt="2025-06-11T12:50:56.057" v="703" actId="20577"/>
          <ac:graphicFrameMkLst>
            <pc:docMk/>
            <pc:sldMk cId="34975395" sldId="364"/>
            <ac:graphicFrameMk id="37" creationId="{F86C9255-53F3-F3A1-509B-0571BAF0E38A}"/>
          </ac:graphicFrameMkLst>
        </pc:graphicFrameChg>
        <pc:graphicFrameChg chg="mod modGraphic">
          <ac:chgData name="Pi, Yalong" userId="c9a3dc08-26f0-490d-b190-2780270c58e1" providerId="ADAL" clId="{D371429A-E592-441C-BA26-829AB7F9FC64}" dt="2025-06-11T18:42:29.050" v="939" actId="207"/>
          <ac:graphicFrameMkLst>
            <pc:docMk/>
            <pc:sldMk cId="34975395" sldId="364"/>
            <ac:graphicFrameMk id="38" creationId="{1512C87E-B618-A92A-05CA-A10FEEEFC2B0}"/>
          </ac:graphicFrameMkLst>
        </pc:graphicFrameChg>
        <pc:cxnChg chg="mod">
          <ac:chgData name="Pi, Yalong" userId="c9a3dc08-26f0-490d-b190-2780270c58e1" providerId="ADAL" clId="{D371429A-E592-441C-BA26-829AB7F9FC64}" dt="2025-06-11T12:47:58.649" v="649" actId="1036"/>
          <ac:cxnSpMkLst>
            <pc:docMk/>
            <pc:sldMk cId="34975395" sldId="364"/>
            <ac:cxnSpMk id="36" creationId="{C13E5993-F2AD-8748-8E4D-9211B6BD06DD}"/>
          </ac:cxnSpMkLst>
        </pc:cxnChg>
      </pc:sldChg>
      <pc:sldChg chg="add del">
        <pc:chgData name="Pi, Yalong" userId="c9a3dc08-26f0-490d-b190-2780270c58e1" providerId="ADAL" clId="{D371429A-E592-441C-BA26-829AB7F9FC64}" dt="2025-06-11T17:44:34.128" v="754" actId="47"/>
        <pc:sldMkLst>
          <pc:docMk/>
          <pc:sldMk cId="3213317994" sldId="365"/>
        </pc:sldMkLst>
      </pc:sldChg>
      <pc:sldChg chg="addSp delSp modSp add del mod">
        <pc:chgData name="Pi, Yalong" userId="c9a3dc08-26f0-490d-b190-2780270c58e1" providerId="ADAL" clId="{D371429A-E592-441C-BA26-829AB7F9FC64}" dt="2025-06-23T15:18:26.793" v="1838"/>
        <pc:sldMkLst>
          <pc:docMk/>
          <pc:sldMk cId="2661712719" sldId="366"/>
        </pc:sldMkLst>
        <pc:spChg chg="mod">
          <ac:chgData name="Pi, Yalong" userId="c9a3dc08-26f0-490d-b190-2780270c58e1" providerId="ADAL" clId="{D371429A-E592-441C-BA26-829AB7F9FC64}" dt="2025-06-11T17:44:47.175" v="767" actId="20577"/>
          <ac:spMkLst>
            <pc:docMk/>
            <pc:sldMk cId="2661712719" sldId="366"/>
            <ac:spMk id="2" creationId="{F21B420E-7878-721D-E9F5-E17B233DD2AC}"/>
          </ac:spMkLst>
        </pc:spChg>
        <pc:spChg chg="mod">
          <ac:chgData name="Pi, Yalong" userId="c9a3dc08-26f0-490d-b190-2780270c58e1" providerId="ADAL" clId="{D371429A-E592-441C-BA26-829AB7F9FC64}" dt="2025-06-11T17:44:52.632" v="772" actId="20577"/>
          <ac:spMkLst>
            <pc:docMk/>
            <pc:sldMk cId="2661712719" sldId="366"/>
            <ac:spMk id="72" creationId="{8C3EC375-C8B2-5AE2-CDC4-AFBE0EAEACA1}"/>
          </ac:spMkLst>
        </pc:spChg>
        <pc:spChg chg="add mod">
          <ac:chgData name="Pi, Yalong" userId="c9a3dc08-26f0-490d-b190-2780270c58e1" providerId="ADAL" clId="{D371429A-E592-441C-BA26-829AB7F9FC64}" dt="2025-06-11T17:50:55.336" v="797"/>
          <ac:spMkLst>
            <pc:docMk/>
            <pc:sldMk cId="2661712719" sldId="366"/>
            <ac:spMk id="78" creationId="{B6EA4043-1C8F-3C3F-74D2-315A90DA4CCE}"/>
          </ac:spMkLst>
        </pc:spChg>
        <pc:spChg chg="add mod">
          <ac:chgData name="Pi, Yalong" userId="c9a3dc08-26f0-490d-b190-2780270c58e1" providerId="ADAL" clId="{D371429A-E592-441C-BA26-829AB7F9FC64}" dt="2025-06-11T17:50:55.336" v="797"/>
          <ac:spMkLst>
            <pc:docMk/>
            <pc:sldMk cId="2661712719" sldId="366"/>
            <ac:spMk id="79" creationId="{DE937E53-8F13-ABD6-DA58-E302295F17EC}"/>
          </ac:spMkLst>
        </pc:spChg>
      </pc:sldChg>
      <pc:sldChg chg="add del">
        <pc:chgData name="Pi, Yalong" userId="c9a3dc08-26f0-490d-b190-2780270c58e1" providerId="ADAL" clId="{D371429A-E592-441C-BA26-829AB7F9FC64}" dt="2025-06-11T17:44:31.435" v="752" actId="2696"/>
        <pc:sldMkLst>
          <pc:docMk/>
          <pc:sldMk cId="3466072087" sldId="366"/>
        </pc:sldMkLst>
      </pc:sldChg>
      <pc:sldChg chg="addSp modSp new mod">
        <pc:chgData name="Pi, Yalong" userId="c9a3dc08-26f0-490d-b190-2780270c58e1" providerId="ADAL" clId="{D371429A-E592-441C-BA26-829AB7F9FC64}" dt="2025-06-11T18:07:41.481" v="837" actId="1076"/>
        <pc:sldMkLst>
          <pc:docMk/>
          <pc:sldMk cId="250502677" sldId="367"/>
        </pc:sldMkLst>
        <pc:spChg chg="mod">
          <ac:chgData name="Pi, Yalong" userId="c9a3dc08-26f0-490d-b190-2780270c58e1" providerId="ADAL" clId="{D371429A-E592-441C-BA26-829AB7F9FC64}" dt="2025-06-11T18:04:58.701" v="803"/>
          <ac:spMkLst>
            <pc:docMk/>
            <pc:sldMk cId="250502677" sldId="367"/>
            <ac:spMk id="6" creationId="{4FF17676-955A-6743-FF05-B0E09E8C4F6D}"/>
          </ac:spMkLst>
        </pc:spChg>
        <pc:spChg chg="mod">
          <ac:chgData name="Pi, Yalong" userId="c9a3dc08-26f0-490d-b190-2780270c58e1" providerId="ADAL" clId="{D371429A-E592-441C-BA26-829AB7F9FC64}" dt="2025-06-11T18:04:58.701" v="803"/>
          <ac:spMkLst>
            <pc:docMk/>
            <pc:sldMk cId="250502677" sldId="367"/>
            <ac:spMk id="7" creationId="{3E6EE462-14AC-28B4-F325-29BDD09ABE1B}"/>
          </ac:spMkLst>
        </pc:spChg>
        <pc:spChg chg="mod">
          <ac:chgData name="Pi, Yalong" userId="c9a3dc08-26f0-490d-b190-2780270c58e1" providerId="ADAL" clId="{D371429A-E592-441C-BA26-829AB7F9FC64}" dt="2025-06-11T18:04:58.701" v="803"/>
          <ac:spMkLst>
            <pc:docMk/>
            <pc:sldMk cId="250502677" sldId="367"/>
            <ac:spMk id="9" creationId="{DA70B680-C3AF-8E9C-151C-B74C694B6A8F}"/>
          </ac:spMkLst>
        </pc:spChg>
        <pc:spChg chg="mod">
          <ac:chgData name="Pi, Yalong" userId="c9a3dc08-26f0-490d-b190-2780270c58e1" providerId="ADAL" clId="{D371429A-E592-441C-BA26-829AB7F9FC64}" dt="2025-06-11T18:07:17.564" v="830" actId="1076"/>
          <ac:spMkLst>
            <pc:docMk/>
            <pc:sldMk cId="250502677" sldId="367"/>
            <ac:spMk id="11" creationId="{54A5B83C-56CE-F00B-F85F-D902066ED7DF}"/>
          </ac:spMkLst>
        </pc:spChg>
        <pc:spChg chg="mod">
          <ac:chgData name="Pi, Yalong" userId="c9a3dc08-26f0-490d-b190-2780270c58e1" providerId="ADAL" clId="{D371429A-E592-441C-BA26-829AB7F9FC64}" dt="2025-06-11T18:04:58.701" v="803"/>
          <ac:spMkLst>
            <pc:docMk/>
            <pc:sldMk cId="250502677" sldId="367"/>
            <ac:spMk id="27" creationId="{042EBC73-575D-D3D9-4B2E-8DC37FCC6A47}"/>
          </ac:spMkLst>
        </pc:spChg>
        <pc:spChg chg="mod">
          <ac:chgData name="Pi, Yalong" userId="c9a3dc08-26f0-490d-b190-2780270c58e1" providerId="ADAL" clId="{D371429A-E592-441C-BA26-829AB7F9FC64}" dt="2025-06-11T18:04:58.701" v="803"/>
          <ac:spMkLst>
            <pc:docMk/>
            <pc:sldMk cId="250502677" sldId="367"/>
            <ac:spMk id="30" creationId="{6257D592-ACD5-3D79-189F-0D58CFDF138F}"/>
          </ac:spMkLst>
        </pc:spChg>
        <pc:spChg chg="mod">
          <ac:chgData name="Pi, Yalong" userId="c9a3dc08-26f0-490d-b190-2780270c58e1" providerId="ADAL" clId="{D371429A-E592-441C-BA26-829AB7F9FC64}" dt="2025-06-11T18:04:58.701" v="803"/>
          <ac:spMkLst>
            <pc:docMk/>
            <pc:sldMk cId="250502677" sldId="367"/>
            <ac:spMk id="31" creationId="{FAE4F29C-9A6F-9B88-0665-E29420226C57}"/>
          </ac:spMkLst>
        </pc:spChg>
        <pc:spChg chg="mod">
          <ac:chgData name="Pi, Yalong" userId="c9a3dc08-26f0-490d-b190-2780270c58e1" providerId="ADAL" clId="{D371429A-E592-441C-BA26-829AB7F9FC64}" dt="2025-06-11T18:04:58.701" v="803"/>
          <ac:spMkLst>
            <pc:docMk/>
            <pc:sldMk cId="250502677" sldId="367"/>
            <ac:spMk id="33" creationId="{7B8B9B28-253C-27CB-F8A1-8107393D4BA9}"/>
          </ac:spMkLst>
        </pc:spChg>
        <pc:spChg chg="mod">
          <ac:chgData name="Pi, Yalong" userId="c9a3dc08-26f0-490d-b190-2780270c58e1" providerId="ADAL" clId="{D371429A-E592-441C-BA26-829AB7F9FC64}" dt="2025-06-11T18:04:58.701" v="803"/>
          <ac:spMkLst>
            <pc:docMk/>
            <pc:sldMk cId="250502677" sldId="367"/>
            <ac:spMk id="34" creationId="{A95166E0-85C5-6906-CEDA-41F45AD49BB6}"/>
          </ac:spMkLst>
        </pc:spChg>
        <pc:spChg chg="mod">
          <ac:chgData name="Pi, Yalong" userId="c9a3dc08-26f0-490d-b190-2780270c58e1" providerId="ADAL" clId="{D371429A-E592-441C-BA26-829AB7F9FC64}" dt="2025-06-11T18:04:58.701" v="803"/>
          <ac:spMkLst>
            <pc:docMk/>
            <pc:sldMk cId="250502677" sldId="367"/>
            <ac:spMk id="67" creationId="{92E57A4B-186F-7CE9-5BFA-9E8FD3ABE536}"/>
          </ac:spMkLst>
        </pc:spChg>
        <pc:spChg chg="add mod">
          <ac:chgData name="Pi, Yalong" userId="c9a3dc08-26f0-490d-b190-2780270c58e1" providerId="ADAL" clId="{D371429A-E592-441C-BA26-829AB7F9FC64}" dt="2025-06-11T18:07:41.481" v="837" actId="1076"/>
          <ac:spMkLst>
            <pc:docMk/>
            <pc:sldMk cId="250502677" sldId="367"/>
            <ac:spMk id="90" creationId="{8027BB57-98E5-302B-E0F7-1DFCC2F6FCF0}"/>
          </ac:spMkLst>
        </pc:spChg>
        <pc:grpChg chg="mod">
          <ac:chgData name="Pi, Yalong" userId="c9a3dc08-26f0-490d-b190-2780270c58e1" providerId="ADAL" clId="{D371429A-E592-441C-BA26-829AB7F9FC64}" dt="2025-06-11T18:05:13.627" v="805" actId="1076"/>
          <ac:grpSpMkLst>
            <pc:docMk/>
            <pc:sldMk cId="250502677" sldId="367"/>
            <ac:grpSpMk id="2" creationId="{2699A88F-D161-B445-DA8C-178A325D43F6}"/>
          </ac:grpSpMkLst>
        </pc:grpChg>
        <pc:graphicFrameChg chg="add mod modGraphic">
          <ac:chgData name="Pi, Yalong" userId="c9a3dc08-26f0-490d-b190-2780270c58e1" providerId="ADAL" clId="{D371429A-E592-441C-BA26-829AB7F9FC64}" dt="2025-06-11T18:06:27.586" v="821" actId="1076"/>
          <ac:graphicFrameMkLst>
            <pc:docMk/>
            <pc:sldMk cId="250502677" sldId="367"/>
            <ac:graphicFrameMk id="74" creationId="{2E92FC9D-E3F5-5871-1B7D-79FA6E6646C5}"/>
          </ac:graphicFrameMkLst>
        </pc:graphicFrameChg>
        <pc:cxnChg chg="mod">
          <ac:chgData name="Pi, Yalong" userId="c9a3dc08-26f0-490d-b190-2780270c58e1" providerId="ADAL" clId="{D371429A-E592-441C-BA26-829AB7F9FC64}" dt="2025-06-11T18:07:17.564" v="830" actId="1076"/>
          <ac:cxnSpMkLst>
            <pc:docMk/>
            <pc:sldMk cId="250502677" sldId="367"/>
            <ac:cxnSpMk id="15" creationId="{ABC478A6-363A-3673-064F-A8823CD3C2FF}"/>
          </ac:cxnSpMkLst>
        </pc:cxnChg>
        <pc:cxnChg chg="mod">
          <ac:chgData name="Pi, Yalong" userId="c9a3dc08-26f0-490d-b190-2780270c58e1" providerId="ADAL" clId="{D371429A-E592-441C-BA26-829AB7F9FC64}" dt="2025-06-11T18:07:17.564" v="830" actId="1076"/>
          <ac:cxnSpMkLst>
            <pc:docMk/>
            <pc:sldMk cId="250502677" sldId="367"/>
            <ac:cxnSpMk id="23" creationId="{47315CDD-C1EA-783E-5A81-B53A5DEFA0B1}"/>
          </ac:cxnSpMkLst>
        </pc:cxnChg>
        <pc:cxnChg chg="mod">
          <ac:chgData name="Pi, Yalong" userId="c9a3dc08-26f0-490d-b190-2780270c58e1" providerId="ADAL" clId="{D371429A-E592-441C-BA26-829AB7F9FC64}" dt="2025-06-11T18:07:17.564" v="830" actId="1076"/>
          <ac:cxnSpMkLst>
            <pc:docMk/>
            <pc:sldMk cId="250502677" sldId="367"/>
            <ac:cxnSpMk id="24" creationId="{9305411A-2E69-5E28-3A7E-1ADADE5A4D0D}"/>
          </ac:cxnSpMkLst>
        </pc:cxnChg>
        <pc:cxnChg chg="mod">
          <ac:chgData name="Pi, Yalong" userId="c9a3dc08-26f0-490d-b190-2780270c58e1" providerId="ADAL" clId="{D371429A-E592-441C-BA26-829AB7F9FC64}" dt="2025-06-11T18:07:17.564" v="830" actId="1076"/>
          <ac:cxnSpMkLst>
            <pc:docMk/>
            <pc:sldMk cId="250502677" sldId="367"/>
            <ac:cxnSpMk id="25" creationId="{635CBB17-B129-92E9-B0E3-A9CD61DDDE93}"/>
          </ac:cxnSpMkLst>
        </pc:cxnChg>
        <pc:cxnChg chg="mod">
          <ac:chgData name="Pi, Yalong" userId="c9a3dc08-26f0-490d-b190-2780270c58e1" providerId="ADAL" clId="{D371429A-E592-441C-BA26-829AB7F9FC64}" dt="2025-06-11T18:07:17.564" v="830" actId="1076"/>
          <ac:cxnSpMkLst>
            <pc:docMk/>
            <pc:sldMk cId="250502677" sldId="367"/>
            <ac:cxnSpMk id="26" creationId="{D2FE8488-8E46-4568-1589-08E0F1B80A49}"/>
          </ac:cxnSpMkLst>
        </pc:cxnChg>
        <pc:cxnChg chg="add mod">
          <ac:chgData name="Pi, Yalong" userId="c9a3dc08-26f0-490d-b190-2780270c58e1" providerId="ADAL" clId="{D371429A-E592-441C-BA26-829AB7F9FC64}" dt="2025-06-11T18:07:01.853" v="826" actId="14100"/>
          <ac:cxnSpMkLst>
            <pc:docMk/>
            <pc:sldMk cId="250502677" sldId="367"/>
            <ac:cxnSpMk id="76" creationId="{5AEC421A-8899-B8A8-91B8-33770F1E595F}"/>
          </ac:cxnSpMkLst>
        </pc:cxnChg>
        <pc:cxnChg chg="add mod">
          <ac:chgData name="Pi, Yalong" userId="c9a3dc08-26f0-490d-b190-2780270c58e1" providerId="ADAL" clId="{D371429A-E592-441C-BA26-829AB7F9FC64}" dt="2025-06-11T18:06:59.031" v="825" actId="14100"/>
          <ac:cxnSpMkLst>
            <pc:docMk/>
            <pc:sldMk cId="250502677" sldId="367"/>
            <ac:cxnSpMk id="77" creationId="{1A338498-3C56-FD28-6DBB-F2F06C9EC669}"/>
          </ac:cxnSpMkLst>
        </pc:cxnChg>
        <pc:cxnChg chg="add mod">
          <ac:chgData name="Pi, Yalong" userId="c9a3dc08-26f0-490d-b190-2780270c58e1" providerId="ADAL" clId="{D371429A-E592-441C-BA26-829AB7F9FC64}" dt="2025-06-11T18:07:20.158" v="831" actId="14100"/>
          <ac:cxnSpMkLst>
            <pc:docMk/>
            <pc:sldMk cId="250502677" sldId="367"/>
            <ac:cxnSpMk id="81" creationId="{47A5A802-4529-B07D-BDAE-3322F2501B9F}"/>
          </ac:cxnSpMkLst>
        </pc:cxnChg>
      </pc:sldChg>
      <pc:sldChg chg="addSp delSp modSp add mod ord">
        <pc:chgData name="Pi, Yalong" userId="c9a3dc08-26f0-490d-b190-2780270c58e1" providerId="ADAL" clId="{D371429A-E592-441C-BA26-829AB7F9FC64}" dt="2025-06-11T20:00:00.380" v="1538" actId="1076"/>
        <pc:sldMkLst>
          <pc:docMk/>
          <pc:sldMk cId="3456872748" sldId="368"/>
        </pc:sldMkLst>
        <pc:spChg chg="mod">
          <ac:chgData name="Pi, Yalong" userId="c9a3dc08-26f0-490d-b190-2780270c58e1" providerId="ADAL" clId="{D371429A-E592-441C-BA26-829AB7F9FC64}" dt="2025-06-11T20:00:00.380" v="1538" actId="1076"/>
          <ac:spMkLst>
            <pc:docMk/>
            <pc:sldMk cId="3456872748" sldId="368"/>
            <ac:spMk id="6" creationId="{2DC7DB7F-3509-0147-2C7D-A48FD3751DDB}"/>
          </ac:spMkLst>
        </pc:spChg>
        <pc:spChg chg="add mod">
          <ac:chgData name="Pi, Yalong" userId="c9a3dc08-26f0-490d-b190-2780270c58e1" providerId="ADAL" clId="{D371429A-E592-441C-BA26-829AB7F9FC64}" dt="2025-06-11T19:07:50.559" v="994" actId="20577"/>
          <ac:spMkLst>
            <pc:docMk/>
            <pc:sldMk cId="3456872748" sldId="368"/>
            <ac:spMk id="7" creationId="{38A35BB7-0CB1-4E67-6080-BAA9B1681E1F}"/>
          </ac:spMkLst>
        </pc:spChg>
        <pc:spChg chg="mod">
          <ac:chgData name="Pi, Yalong" userId="c9a3dc08-26f0-490d-b190-2780270c58e1" providerId="ADAL" clId="{D371429A-E592-441C-BA26-829AB7F9FC64}" dt="2025-06-11T19:09:21.253" v="1017" actId="20577"/>
          <ac:spMkLst>
            <pc:docMk/>
            <pc:sldMk cId="3456872748" sldId="368"/>
            <ac:spMk id="9" creationId="{320B02D7-FF88-3616-2E5E-187CAB163E02}"/>
          </ac:spMkLst>
        </pc:spChg>
        <pc:spChg chg="add mod ord">
          <ac:chgData name="Pi, Yalong" userId="c9a3dc08-26f0-490d-b190-2780270c58e1" providerId="ADAL" clId="{D371429A-E592-441C-BA26-829AB7F9FC64}" dt="2025-06-11T19:08:41.193" v="998" actId="167"/>
          <ac:spMkLst>
            <pc:docMk/>
            <pc:sldMk cId="3456872748" sldId="368"/>
            <ac:spMk id="10" creationId="{340CF177-4B57-1649-4A3C-ED745A0B9237}"/>
          </ac:spMkLst>
        </pc:spChg>
        <pc:spChg chg="mod">
          <ac:chgData name="Pi, Yalong" userId="c9a3dc08-26f0-490d-b190-2780270c58e1" providerId="ADAL" clId="{D371429A-E592-441C-BA26-829AB7F9FC64}" dt="2025-06-11T19:08:44.710" v="1001" actId="20577"/>
          <ac:spMkLst>
            <pc:docMk/>
            <pc:sldMk cId="3456872748" sldId="368"/>
            <ac:spMk id="13" creationId="{E5DA3F0E-1221-8EFC-A37B-9121BC03A21A}"/>
          </ac:spMkLst>
        </pc:spChg>
        <pc:spChg chg="topLvl">
          <ac:chgData name="Pi, Yalong" userId="c9a3dc08-26f0-490d-b190-2780270c58e1" providerId="ADAL" clId="{D371429A-E592-441C-BA26-829AB7F9FC64}" dt="2025-06-11T19:57:44.025" v="1481" actId="478"/>
          <ac:spMkLst>
            <pc:docMk/>
            <pc:sldMk cId="3456872748" sldId="368"/>
            <ac:spMk id="15" creationId="{16FA96CA-694E-E815-91D8-9DAD1E500AA0}"/>
          </ac:spMkLst>
        </pc:spChg>
        <pc:spChg chg="add mod">
          <ac:chgData name="Pi, Yalong" userId="c9a3dc08-26f0-490d-b190-2780270c58e1" providerId="ADAL" clId="{D371429A-E592-441C-BA26-829AB7F9FC64}" dt="2025-06-11T19:59:55.413" v="1537" actId="571"/>
          <ac:spMkLst>
            <pc:docMk/>
            <pc:sldMk cId="3456872748" sldId="368"/>
            <ac:spMk id="18" creationId="{64A2E48C-F209-7276-5FC7-9844F9EE3266}"/>
          </ac:spMkLst>
        </pc:spChg>
        <pc:spChg chg="topLvl">
          <ac:chgData name="Pi, Yalong" userId="c9a3dc08-26f0-490d-b190-2780270c58e1" providerId="ADAL" clId="{D371429A-E592-441C-BA26-829AB7F9FC64}" dt="2025-06-11T19:57:45.710" v="1482" actId="478"/>
          <ac:spMkLst>
            <pc:docMk/>
            <pc:sldMk cId="3456872748" sldId="368"/>
            <ac:spMk id="40" creationId="{6DDB4F79-D798-9403-84E7-85D437968538}"/>
          </ac:spMkLst>
        </pc:spChg>
        <pc:picChg chg="mod">
          <ac:chgData name="Pi, Yalong" userId="c9a3dc08-26f0-490d-b190-2780270c58e1" providerId="ADAL" clId="{D371429A-E592-441C-BA26-829AB7F9FC64}" dt="2025-06-11T20:00:00.380" v="1538" actId="1076"/>
          <ac:picMkLst>
            <pc:docMk/>
            <pc:sldMk cId="3456872748" sldId="368"/>
            <ac:picMk id="5" creationId="{CCA3163D-C4B5-F719-4DD3-237AA04B93E3}"/>
          </ac:picMkLst>
        </pc:picChg>
        <pc:picChg chg="add mod">
          <ac:chgData name="Pi, Yalong" userId="c9a3dc08-26f0-490d-b190-2780270c58e1" providerId="ADAL" clId="{D371429A-E592-441C-BA26-829AB7F9FC64}" dt="2025-06-11T19:09:16.887" v="1012" actId="1076"/>
          <ac:picMkLst>
            <pc:docMk/>
            <pc:sldMk cId="3456872748" sldId="368"/>
            <ac:picMk id="14" creationId="{279E01DE-8FDE-452B-69D0-C37D35E06423}"/>
          </ac:picMkLst>
        </pc:picChg>
      </pc:sldChg>
      <pc:sldChg chg="delSp modSp add del mod">
        <pc:chgData name="Pi, Yalong" userId="c9a3dc08-26f0-490d-b190-2780270c58e1" providerId="ADAL" clId="{D371429A-E592-441C-BA26-829AB7F9FC64}" dt="2025-06-11T20:00:16.408" v="1540" actId="47"/>
        <pc:sldMkLst>
          <pc:docMk/>
          <pc:sldMk cId="4249854347" sldId="369"/>
        </pc:sldMkLst>
      </pc:sldChg>
      <pc:sldChg chg="addSp modSp new mod">
        <pc:chgData name="Pi, Yalong" userId="c9a3dc08-26f0-490d-b190-2780270c58e1" providerId="ADAL" clId="{D371429A-E592-441C-BA26-829AB7F9FC64}" dt="2025-06-11T19:59:38.866" v="1534" actId="20577"/>
        <pc:sldMkLst>
          <pc:docMk/>
          <pc:sldMk cId="324325265" sldId="370"/>
        </pc:sldMkLst>
        <pc:spChg chg="mod">
          <ac:chgData name="Pi, Yalong" userId="c9a3dc08-26f0-490d-b190-2780270c58e1" providerId="ADAL" clId="{D371429A-E592-441C-BA26-829AB7F9FC64}" dt="2025-06-11T19:09:57.561" v="1045" actId="20577"/>
          <ac:spMkLst>
            <pc:docMk/>
            <pc:sldMk cId="324325265" sldId="370"/>
            <ac:spMk id="2" creationId="{4F647422-5AA8-8B39-3609-AD4E07BB150F}"/>
          </ac:spMkLst>
        </pc:spChg>
        <pc:spChg chg="mod">
          <ac:chgData name="Pi, Yalong" userId="c9a3dc08-26f0-490d-b190-2780270c58e1" providerId="ADAL" clId="{D371429A-E592-441C-BA26-829AB7F9FC64}" dt="2025-06-11T19:59:38.866" v="1534" actId="20577"/>
          <ac:spMkLst>
            <pc:docMk/>
            <pc:sldMk cId="324325265" sldId="370"/>
            <ac:spMk id="3" creationId="{708F1A65-C1FD-B1E5-97BA-B115DD6D1B4F}"/>
          </ac:spMkLst>
        </pc:spChg>
        <pc:picChg chg="add mod">
          <ac:chgData name="Pi, Yalong" userId="c9a3dc08-26f0-490d-b190-2780270c58e1" providerId="ADAL" clId="{D371429A-E592-441C-BA26-829AB7F9FC64}" dt="2025-06-11T19:59:25.005" v="1521" actId="14100"/>
          <ac:picMkLst>
            <pc:docMk/>
            <pc:sldMk cId="324325265" sldId="370"/>
            <ac:picMk id="4" creationId="{AFD35D62-F0B1-62E2-A39C-C525F2A7F1CD}"/>
          </ac:picMkLst>
        </pc:picChg>
      </pc:sldChg>
      <pc:sldChg chg="delSp modSp add mod">
        <pc:chgData name="Pi, Yalong" userId="c9a3dc08-26f0-490d-b190-2780270c58e1" providerId="ADAL" clId="{D371429A-E592-441C-BA26-829AB7F9FC64}" dt="2025-06-11T20:00:34.422" v="1545" actId="20577"/>
        <pc:sldMkLst>
          <pc:docMk/>
          <pc:sldMk cId="27321180" sldId="371"/>
        </pc:sldMkLst>
        <pc:spChg chg="mod">
          <ac:chgData name="Pi, Yalong" userId="c9a3dc08-26f0-490d-b190-2780270c58e1" providerId="ADAL" clId="{D371429A-E592-441C-BA26-829AB7F9FC64}" dt="2025-06-11T20:00:24.352" v="1541" actId="20577"/>
          <ac:spMkLst>
            <pc:docMk/>
            <pc:sldMk cId="27321180" sldId="371"/>
            <ac:spMk id="9" creationId="{79C90B99-0F32-CEF7-7CAF-F828403B447C}"/>
          </ac:spMkLst>
        </pc:spChg>
        <pc:spChg chg="mod">
          <ac:chgData name="Pi, Yalong" userId="c9a3dc08-26f0-490d-b190-2780270c58e1" providerId="ADAL" clId="{D371429A-E592-441C-BA26-829AB7F9FC64}" dt="2025-06-11T20:00:34.422" v="1545" actId="20577"/>
          <ac:spMkLst>
            <pc:docMk/>
            <pc:sldMk cId="27321180" sldId="371"/>
            <ac:spMk id="13" creationId="{BFD29C74-4A65-867E-457E-291E65D2BBA8}"/>
          </ac:spMkLst>
        </pc:spChg>
      </pc:sldChg>
      <pc:sldChg chg="addSp modSp add del mod">
        <pc:chgData name="Pi, Yalong" userId="c9a3dc08-26f0-490d-b190-2780270c58e1" providerId="ADAL" clId="{D371429A-E592-441C-BA26-829AB7F9FC64}" dt="2025-06-11T19:57:53.153" v="1483" actId="47"/>
        <pc:sldMkLst>
          <pc:docMk/>
          <pc:sldMk cId="1928477461" sldId="371"/>
        </pc:sldMkLst>
      </pc:sldChg>
      <pc:sldChg chg="modSp add del mod">
        <pc:chgData name="Pi, Yalong" userId="c9a3dc08-26f0-490d-b190-2780270c58e1" providerId="ADAL" clId="{D371429A-E592-441C-BA26-829AB7F9FC64}" dt="2025-06-11T19:55:55.159" v="1450" actId="47"/>
        <pc:sldMkLst>
          <pc:docMk/>
          <pc:sldMk cId="2771984635" sldId="371"/>
        </pc:sldMkLst>
      </pc:sldChg>
      <pc:sldChg chg="modSp new mod">
        <pc:chgData name="Pi, Yalong" userId="c9a3dc08-26f0-490d-b190-2780270c58e1" providerId="ADAL" clId="{D371429A-E592-441C-BA26-829AB7F9FC64}" dt="2025-06-11T21:28:17.766" v="1836" actId="403"/>
        <pc:sldMkLst>
          <pc:docMk/>
          <pc:sldMk cId="537036600" sldId="372"/>
        </pc:sldMkLst>
        <pc:spChg chg="mod">
          <ac:chgData name="Pi, Yalong" userId="c9a3dc08-26f0-490d-b190-2780270c58e1" providerId="ADAL" clId="{D371429A-E592-441C-BA26-829AB7F9FC64}" dt="2025-06-11T21:28:17.766" v="1836" actId="403"/>
          <ac:spMkLst>
            <pc:docMk/>
            <pc:sldMk cId="537036600" sldId="372"/>
            <ac:spMk id="2" creationId="{5B13A77C-98B9-1C62-5401-0D555FAE6BCE}"/>
          </ac:spMkLst>
        </pc:spChg>
        <pc:spChg chg="mod">
          <ac:chgData name="Pi, Yalong" userId="c9a3dc08-26f0-490d-b190-2780270c58e1" providerId="ADAL" clId="{D371429A-E592-441C-BA26-829AB7F9FC64}" dt="2025-06-11T21:28:12.713" v="1831" actId="14100"/>
          <ac:spMkLst>
            <pc:docMk/>
            <pc:sldMk cId="537036600" sldId="372"/>
            <ac:spMk id="3" creationId="{682BD413-E6F7-CCA3-54A9-12FB7BE07200}"/>
          </ac:spMkLst>
        </pc:spChg>
      </pc:sldChg>
      <pc:sldChg chg="modSp new del mod">
        <pc:chgData name="Pi, Yalong" userId="c9a3dc08-26f0-490d-b190-2780270c58e1" providerId="ADAL" clId="{D371429A-E592-441C-BA26-829AB7F9FC64}" dt="2025-06-11T20:56:23.023" v="1641" actId="47"/>
        <pc:sldMkLst>
          <pc:docMk/>
          <pc:sldMk cId="2166584587" sldId="372"/>
        </pc:sldMkLst>
      </pc:sldChg>
      <pc:sldChg chg="new del">
        <pc:chgData name="Pi, Yalong" userId="c9a3dc08-26f0-490d-b190-2780270c58e1" providerId="ADAL" clId="{D371429A-E592-441C-BA26-829AB7F9FC64}" dt="2025-06-11T20:47:22.719" v="1561" actId="47"/>
        <pc:sldMkLst>
          <pc:docMk/>
          <pc:sldMk cId="2944308169" sldId="372"/>
        </pc:sldMkLst>
      </pc:sldChg>
      <pc:sldChg chg="add">
        <pc:chgData name="Pi, Yalong" userId="c9a3dc08-26f0-490d-b190-2780270c58e1" providerId="ADAL" clId="{D371429A-E592-441C-BA26-829AB7F9FC64}" dt="2025-06-23T15:18:26.793" v="1838"/>
        <pc:sldMkLst>
          <pc:docMk/>
          <pc:sldMk cId="1309266075" sldId="373"/>
        </pc:sldMkLst>
      </pc:sldChg>
      <pc:sldChg chg="add">
        <pc:chgData name="Pi, Yalong" userId="c9a3dc08-26f0-490d-b190-2780270c58e1" providerId="ADAL" clId="{D371429A-E592-441C-BA26-829AB7F9FC64}" dt="2025-06-23T15:18:26.793" v="1838"/>
        <pc:sldMkLst>
          <pc:docMk/>
          <pc:sldMk cId="1954568838" sldId="374"/>
        </pc:sldMkLst>
      </pc:sldChg>
      <pc:sldChg chg="add del">
        <pc:chgData name="Pi, Yalong" userId="c9a3dc08-26f0-490d-b190-2780270c58e1" providerId="ADAL" clId="{D371429A-E592-441C-BA26-829AB7F9FC64}" dt="2025-06-24T15:07:08.854" v="1844"/>
        <pc:sldMkLst>
          <pc:docMk/>
          <pc:sldMk cId="2283218455" sldId="376"/>
        </pc:sldMkLst>
      </pc:sldChg>
      <pc:sldMasterChg chg="del delSldLayout">
        <pc:chgData name="Pi, Yalong" userId="c9a3dc08-26f0-490d-b190-2780270c58e1" providerId="ADAL" clId="{D371429A-E592-441C-BA26-829AB7F9FC64}" dt="2025-06-11T18:04:34.619" v="800" actId="2696"/>
        <pc:sldMasterMkLst>
          <pc:docMk/>
          <pc:sldMasterMk cId="2745716222" sldId="2147483676"/>
        </pc:sldMasterMkLst>
        <pc:sldLayoutChg chg="del">
          <pc:chgData name="Pi, Yalong" userId="c9a3dc08-26f0-490d-b190-2780270c58e1" providerId="ADAL" clId="{D371429A-E592-441C-BA26-829AB7F9FC64}" dt="2025-06-11T18:04:34.619" v="800" actId="2696"/>
          <pc:sldLayoutMkLst>
            <pc:docMk/>
            <pc:sldMasterMk cId="2745716222" sldId="2147483676"/>
            <pc:sldLayoutMk cId="1591116794" sldId="2147483677"/>
          </pc:sldLayoutMkLst>
        </pc:sldLayoutChg>
        <pc:sldLayoutChg chg="del">
          <pc:chgData name="Pi, Yalong" userId="c9a3dc08-26f0-490d-b190-2780270c58e1" providerId="ADAL" clId="{D371429A-E592-441C-BA26-829AB7F9FC64}" dt="2025-06-11T18:04:34.619" v="800" actId="2696"/>
          <pc:sldLayoutMkLst>
            <pc:docMk/>
            <pc:sldMasterMk cId="2745716222" sldId="2147483676"/>
            <pc:sldLayoutMk cId="1938688707" sldId="2147483678"/>
          </pc:sldLayoutMkLst>
        </pc:sldLayoutChg>
        <pc:sldLayoutChg chg="del">
          <pc:chgData name="Pi, Yalong" userId="c9a3dc08-26f0-490d-b190-2780270c58e1" providerId="ADAL" clId="{D371429A-E592-441C-BA26-829AB7F9FC64}" dt="2025-06-11T18:04:34.619" v="800" actId="2696"/>
          <pc:sldLayoutMkLst>
            <pc:docMk/>
            <pc:sldMasterMk cId="2745716222" sldId="2147483676"/>
            <pc:sldLayoutMk cId="94676934" sldId="2147483679"/>
          </pc:sldLayoutMkLst>
        </pc:sldLayoutChg>
        <pc:sldLayoutChg chg="del">
          <pc:chgData name="Pi, Yalong" userId="c9a3dc08-26f0-490d-b190-2780270c58e1" providerId="ADAL" clId="{D371429A-E592-441C-BA26-829AB7F9FC64}" dt="2025-06-11T18:04:34.619" v="800" actId="2696"/>
          <pc:sldLayoutMkLst>
            <pc:docMk/>
            <pc:sldMasterMk cId="2745716222" sldId="2147483676"/>
            <pc:sldLayoutMk cId="429432808" sldId="2147483680"/>
          </pc:sldLayoutMkLst>
        </pc:sldLayoutChg>
        <pc:sldLayoutChg chg="del">
          <pc:chgData name="Pi, Yalong" userId="c9a3dc08-26f0-490d-b190-2780270c58e1" providerId="ADAL" clId="{D371429A-E592-441C-BA26-829AB7F9FC64}" dt="2025-06-11T18:04:34.619" v="800" actId="2696"/>
          <pc:sldLayoutMkLst>
            <pc:docMk/>
            <pc:sldMasterMk cId="2745716222" sldId="2147483676"/>
            <pc:sldLayoutMk cId="2425138940" sldId="2147483681"/>
          </pc:sldLayoutMkLst>
        </pc:sldLayoutChg>
        <pc:sldLayoutChg chg="del">
          <pc:chgData name="Pi, Yalong" userId="c9a3dc08-26f0-490d-b190-2780270c58e1" providerId="ADAL" clId="{D371429A-E592-441C-BA26-829AB7F9FC64}" dt="2025-06-11T18:04:34.619" v="800" actId="2696"/>
          <pc:sldLayoutMkLst>
            <pc:docMk/>
            <pc:sldMasterMk cId="2745716222" sldId="2147483676"/>
            <pc:sldLayoutMk cId="519075282" sldId="2147483682"/>
          </pc:sldLayoutMkLst>
        </pc:sldLayoutChg>
        <pc:sldLayoutChg chg="del">
          <pc:chgData name="Pi, Yalong" userId="c9a3dc08-26f0-490d-b190-2780270c58e1" providerId="ADAL" clId="{D371429A-E592-441C-BA26-829AB7F9FC64}" dt="2025-06-11T18:04:34.619" v="800" actId="2696"/>
          <pc:sldLayoutMkLst>
            <pc:docMk/>
            <pc:sldMasterMk cId="2745716222" sldId="2147483676"/>
            <pc:sldLayoutMk cId="2149993824" sldId="2147483683"/>
          </pc:sldLayoutMkLst>
        </pc:sldLayoutChg>
        <pc:sldLayoutChg chg="del">
          <pc:chgData name="Pi, Yalong" userId="c9a3dc08-26f0-490d-b190-2780270c58e1" providerId="ADAL" clId="{D371429A-E592-441C-BA26-829AB7F9FC64}" dt="2025-06-11T18:04:34.619" v="800" actId="2696"/>
          <pc:sldLayoutMkLst>
            <pc:docMk/>
            <pc:sldMasterMk cId="2745716222" sldId="2147483676"/>
            <pc:sldLayoutMk cId="2654419898" sldId="2147483684"/>
          </pc:sldLayoutMkLst>
        </pc:sldLayoutChg>
        <pc:sldLayoutChg chg="del">
          <pc:chgData name="Pi, Yalong" userId="c9a3dc08-26f0-490d-b190-2780270c58e1" providerId="ADAL" clId="{D371429A-E592-441C-BA26-829AB7F9FC64}" dt="2025-06-11T18:04:34.619" v="800" actId="2696"/>
          <pc:sldLayoutMkLst>
            <pc:docMk/>
            <pc:sldMasterMk cId="2745716222" sldId="2147483676"/>
            <pc:sldLayoutMk cId="2477041515" sldId="2147483685"/>
          </pc:sldLayoutMkLst>
        </pc:sldLayoutChg>
        <pc:sldLayoutChg chg="del">
          <pc:chgData name="Pi, Yalong" userId="c9a3dc08-26f0-490d-b190-2780270c58e1" providerId="ADAL" clId="{D371429A-E592-441C-BA26-829AB7F9FC64}" dt="2025-06-11T18:04:34.619" v="800" actId="2696"/>
          <pc:sldLayoutMkLst>
            <pc:docMk/>
            <pc:sldMasterMk cId="2745716222" sldId="2147483676"/>
            <pc:sldLayoutMk cId="2348642219" sldId="2147483686"/>
          </pc:sldLayoutMkLst>
        </pc:sldLayoutChg>
        <pc:sldLayoutChg chg="del">
          <pc:chgData name="Pi, Yalong" userId="c9a3dc08-26f0-490d-b190-2780270c58e1" providerId="ADAL" clId="{D371429A-E592-441C-BA26-829AB7F9FC64}" dt="2025-06-11T18:04:34.619" v="800" actId="2696"/>
          <pc:sldLayoutMkLst>
            <pc:docMk/>
            <pc:sldMasterMk cId="2745716222" sldId="2147483676"/>
            <pc:sldLayoutMk cId="1983926087" sldId="214748368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036EF26-9458-4840-A4FE-0B8304A5E93F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EBB0075-7731-4A72-B9DC-E3095BBF0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18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10317-2F2A-4B19-8545-37F7EF0F4E4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5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em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2DC0-DD56-1AA3-2738-6A5669A4A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8F78C-2678-1F26-24F9-09E3E5C08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63C7B-EB37-2741-C8F8-B2AF21696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E7736-5FD0-4415-88D1-B516166F9A5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28AC3-B0C8-FC4A-9C71-52E4FA85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2CA44-8277-F80A-4CA9-457435CE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5D5A9-47E7-4029-9600-2BB79491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9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C20E3-2E4D-FCF4-AC85-AC3644686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AB880-4979-07DF-07EC-4C7D686A8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6C07B-248F-09BD-9D7A-C214638C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E7736-5FD0-4415-88D1-B516166F9A5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76617-D829-35A3-EF70-E5AB61E1D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8D603-0B9B-554E-EAD4-DC7483F1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5D5A9-47E7-4029-9600-2BB79491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75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6B3AA-4C24-31DF-3AE1-560C4B074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2F064-C99C-6270-C2DF-937C8908D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E8D3D-EBEC-DB02-8478-B1A1696A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E7736-5FD0-4415-88D1-B516166F9A5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0A6D-4C2E-E738-FE94-80C408EB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8E454-1CE3-DFFF-B1A7-D82914A7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5D5A9-47E7-4029-9600-2BB79491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62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A84A-999E-2531-E7D6-70AAB75C3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4FFAF-1108-2F76-F580-7D9ABB981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56533-121D-AE78-68F9-244681E0D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67AF8-F72A-5DF1-43A0-76BA5473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E7736-5FD0-4415-88D1-B516166F9A5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50D1D-7733-B0A5-2481-820BE9DE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E4B04-C724-0B14-B2AD-C7758F2E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5D5A9-47E7-4029-9600-2BB79491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13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C9F55-8A89-61FA-BE52-2C67ACD04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54F7B-5836-1756-3D89-5E0DCF0C6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82CF8-802C-BA6F-00F7-DD6B0D763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765D1-8E87-4B70-ED85-BFACADD91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092BDA-A3EA-D939-0477-AF45DA983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298A5-745E-11A4-CBC5-CB7AF668F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E7736-5FD0-4415-88D1-B516166F9A5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BD1718-C2C1-5F2E-9F23-AE1A96C71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57E8B5-6542-B2DB-B764-D89B20C2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5D5A9-47E7-4029-9600-2BB79491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55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2397-168C-65B1-F7CF-4673D2C5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DC4DF-8275-8B31-C9AA-A9731C61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E7736-5FD0-4415-88D1-B516166F9A5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26B55-E1B1-7F9F-FB44-B3A800ADB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1D5B59-2DD5-5BB7-CC9F-6D318B21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5D5A9-47E7-4029-9600-2BB79491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07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6AF25E-D6E6-B3F4-456B-6D648AA0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E7736-5FD0-4415-88D1-B516166F9A5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4D095-ACAD-125F-2591-81A24666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411B4-DBD4-F93A-0AAE-EB87DB44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5D5A9-47E7-4029-9600-2BB79491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DF4B-E580-7FA2-B2C2-3AB378460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52D0F-A9AD-6AE1-9CB8-FA5713DCC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FB62DE-90F8-8BC1-3439-812EAD688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86CC3-B120-AFFC-6802-15A1582C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E7736-5FD0-4415-88D1-B516166F9A5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C8B9E-4962-FBC3-DB1E-035CCB436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3C20E-F6CC-09E5-1909-D050E9D5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5D5A9-47E7-4029-9600-2BB79491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03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C3200-060C-B97F-4B93-303C28433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C28751-F5EC-1E3E-290C-4B55923DD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59F69-BEA4-8C79-3F2B-0010FF0C0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3A068-05E0-F2A9-ECD5-D8DFF5BC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E7736-5FD0-4415-88D1-B516166F9A5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3F14D-77BA-49B5-A87F-97D726226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91249-5EDB-9758-3334-5E58FBC1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5D5A9-47E7-4029-9600-2BB79491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7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DC18D-00BF-755A-438D-2040A83E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209D8-8E95-3CEF-2959-431CD4E24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1B270-2158-CF46-BB57-07DCADEAB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E7736-5FD0-4415-88D1-B516166F9A5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4A2E-B8CF-34D6-6A49-56EC4375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56098-75B5-DABC-DBE0-4175E76A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5D5A9-47E7-4029-9600-2BB79491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0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8F4CEF-6670-5199-36FA-1485EECBB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BD514-2E2E-36F5-D4A5-B4653FD67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4B5CA-04F5-7AD5-555F-DCC41EB6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E7736-5FD0-4415-88D1-B516166F9A5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5C9F1-FA1C-1C89-32EC-3455B290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D533A-1436-E5E5-C432-58BB6C59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5D5A9-47E7-4029-9600-2BB79491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24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Title Slide -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55222"/>
            <a:ext cx="12192000" cy="66027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9FFCD0-CFA5-4BC7-BCE6-3E92554098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378" y="2942501"/>
            <a:ext cx="2239920" cy="784834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578722" y="1985663"/>
            <a:ext cx="9667451" cy="3795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667"/>
              </a:spcBef>
              <a:spcAft>
                <a:spcPts val="333"/>
              </a:spcAft>
              <a:buFontTx/>
              <a:buNone/>
              <a:defRPr sz="2000" b="0">
                <a:solidFill>
                  <a:schemeClr val="bg2">
                    <a:lumMod val="50000"/>
                  </a:schemeClr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535180" y="932541"/>
            <a:ext cx="9710378" cy="1092061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5111" b="1" cap="all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115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55222"/>
            <a:ext cx="12192000" cy="66027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85E20E-9E0B-4DBA-ADE0-F4952632A5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152" y="4336019"/>
            <a:ext cx="3592064" cy="12586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A3ACD0-451D-4ABB-8870-656D424348FF}"/>
              </a:ext>
            </a:extLst>
          </p:cNvPr>
          <p:cNvSpPr txBox="1"/>
          <p:nvPr userDrawn="1"/>
        </p:nvSpPr>
        <p:spPr>
          <a:xfrm>
            <a:off x="535157" y="5906228"/>
            <a:ext cx="2767361" cy="40011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2222">
                <a:solidFill>
                  <a:schemeClr val="tx2"/>
                </a:solidFill>
                <a:latin typeface="Trebuchet MS" panose="020B0603020202020204" pitchFamily="34" charset="0"/>
              </a:rPr>
              <a:t>www.nvidia.com/dli</a:t>
            </a:r>
          </a:p>
        </p:txBody>
      </p:sp>
    </p:spTree>
    <p:extLst>
      <p:ext uri="{BB962C8B-B14F-4D97-AF65-F5344CB8AC3E}">
        <p14:creationId xmlns:p14="http://schemas.microsoft.com/office/powerpoint/2010/main" val="181675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67" y="2336706"/>
            <a:ext cx="11054080" cy="4132139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222">
                <a:solidFill>
                  <a:schemeClr val="bg1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1778">
                <a:solidFill>
                  <a:schemeClr val="bg1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4815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00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with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67" y="2336706"/>
            <a:ext cx="11054080" cy="4132139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222">
                <a:solidFill>
                  <a:schemeClr val="bg1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1778">
                <a:solidFill>
                  <a:schemeClr val="bg1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4815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7833032" y="6424130"/>
            <a:ext cx="3069851" cy="27571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r" defTabSz="50799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89" b="1" i="0" kern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02438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960" y="2336705"/>
            <a:ext cx="11054080" cy="4104176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222">
                <a:solidFill>
                  <a:schemeClr val="bg1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4815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897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1" y="703918"/>
            <a:ext cx="6580130" cy="68736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960" y="2336705"/>
            <a:ext cx="6562037" cy="4104176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222">
                <a:solidFill>
                  <a:schemeClr val="bg1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1" y="1314815"/>
            <a:ext cx="6580130" cy="583848"/>
          </a:xfrm>
        </p:spPr>
        <p:txBody>
          <a:bodyPr/>
          <a:lstStyle>
            <a:lvl1pPr marL="0" indent="0" algn="l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295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028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764AE4-97B7-4C45-A0D0-BEE3BA17B70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46E4A-4011-49A2-955F-F689C05DCB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DE1DF3-9BB4-4DC8-8A61-394EC1805CC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87F1F-4ACA-4D48-ACDC-152646CBD1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3100706"/>
            <a:ext cx="11084560" cy="65659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80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27058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3721" y="2346291"/>
            <a:ext cx="5494514" cy="4103912"/>
          </a:xfrm>
        </p:spPr>
        <p:txBody>
          <a:bodyPr/>
          <a:lstStyle>
            <a:lvl1pPr marL="257525" indent="-257525">
              <a:buSzPct val="100000"/>
              <a:buFontTx/>
              <a:buBlip>
                <a:blip r:embed="rId2"/>
              </a:buBlip>
              <a:defRPr sz="2667" b="0">
                <a:solidFill>
                  <a:schemeClr val="bg1"/>
                </a:solidFill>
              </a:defRPr>
            </a:lvl1pPr>
            <a:lvl2pPr marL="892519" indent="-257525">
              <a:buSzPct val="100000"/>
              <a:buFontTx/>
              <a:buBlip>
                <a:blip r:embed="rId2"/>
              </a:buBlip>
              <a:defRPr sz="2222" b="0">
                <a:solidFill>
                  <a:schemeClr val="bg1"/>
                </a:solidFill>
              </a:defRPr>
            </a:lvl2pPr>
            <a:lvl3pPr marL="1395223" indent="-185207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3pPr>
            <a:lvl4pPr marL="1972008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4pPr>
            <a:lvl5pPr marL="2353004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3767" y="2346291"/>
            <a:ext cx="5494513" cy="4103912"/>
          </a:xfrm>
        </p:spPr>
        <p:txBody>
          <a:bodyPr/>
          <a:lstStyle>
            <a:lvl1pPr marL="257525" indent="-257525">
              <a:buSzPct val="100000"/>
              <a:buFontTx/>
              <a:buBlip>
                <a:blip r:embed="rId2"/>
              </a:buBlip>
              <a:defRPr sz="2667" b="0">
                <a:solidFill>
                  <a:schemeClr val="bg1"/>
                </a:solidFill>
              </a:defRPr>
            </a:lvl1pPr>
            <a:lvl2pPr marL="892519" indent="-257525">
              <a:buSzPct val="100000"/>
              <a:buFontTx/>
              <a:buBlip>
                <a:blip r:embed="rId2"/>
              </a:buBlip>
              <a:defRPr sz="2222" b="0">
                <a:solidFill>
                  <a:schemeClr val="bg1"/>
                </a:solidFill>
              </a:defRPr>
            </a:lvl2pPr>
            <a:lvl3pPr marL="1395223" indent="-185207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3pPr>
            <a:lvl4pPr marL="1972008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4pPr>
            <a:lvl5pPr marL="2353004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1743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26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108" y="5947368"/>
            <a:ext cx="8739784" cy="410369"/>
          </a:xfrm>
        </p:spPr>
        <p:txBody>
          <a:bodyPr anchor="b"/>
          <a:lstStyle>
            <a:lvl1pPr algn="l">
              <a:defRPr sz="2222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3635" y="5713473"/>
            <a:ext cx="8384731" cy="1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1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15943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5743860"/>
            <a:ext cx="11084560" cy="595034"/>
          </a:xfrm>
        </p:spPr>
        <p:txBody>
          <a:bodyPr anchor="ctr"/>
          <a:lstStyle>
            <a:lvl1pPr algn="l">
              <a:defRPr sz="3556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45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3CF5E6-4F92-46E0-8DC2-6209504040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9ABDF-4D75-49CA-83AC-B3309B79A6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E186C6-9892-4B49-86F3-D3AE5430130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D92F76-2157-4482-88C8-AE386F9B73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76992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762000" y="5527040"/>
            <a:ext cx="6461760" cy="318036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67"/>
              </a:spcBef>
              <a:spcAft>
                <a:spcPts val="333"/>
              </a:spcAft>
              <a:buFontTx/>
              <a:buNone/>
              <a:defRPr sz="1556" b="0">
                <a:solidFill>
                  <a:schemeClr val="tx2"/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5" name="Title 304"/>
          <p:cNvSpPr>
            <a:spLocks noGrp="1"/>
          </p:cNvSpPr>
          <p:nvPr>
            <p:ph type="title" hasCustomPrompt="1"/>
          </p:nvPr>
        </p:nvSpPr>
        <p:spPr>
          <a:xfrm>
            <a:off x="762000" y="4470401"/>
            <a:ext cx="6461760" cy="1092061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000" b="1" cap="all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0334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ransition /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7040" y="4693921"/>
            <a:ext cx="5974080" cy="1526599"/>
          </a:xfrm>
        </p:spPr>
        <p:txBody>
          <a:bodyPr anchor="b"/>
          <a:lstStyle>
            <a:lvl1pPr algn="ctr">
              <a:defRPr sz="3778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76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0_Title Slide -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55222"/>
            <a:ext cx="12192000" cy="66027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9FFCD0-CFA5-4BC7-BCE6-3E925540985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378" y="2942501"/>
            <a:ext cx="2239920" cy="784834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78722" y="1985663"/>
            <a:ext cx="9667451" cy="3795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667"/>
              </a:spcBef>
              <a:spcAft>
                <a:spcPts val="333"/>
              </a:spcAft>
              <a:buFontTx/>
              <a:buNone/>
              <a:defRPr sz="2000" b="0">
                <a:solidFill>
                  <a:schemeClr val="bg2">
                    <a:lumMod val="50000"/>
                  </a:schemeClr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>
            <p:ph type="title" hasCustomPrompt="1"/>
          </p:nvPr>
        </p:nvSpPr>
        <p:spPr>
          <a:xfrm>
            <a:off x="535180" y="932541"/>
            <a:ext cx="9710378" cy="1092061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5111" b="1" cap="all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132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55222"/>
            <a:ext cx="12192000" cy="66027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85E20E-9E0B-4DBA-ADE0-F4952632A5A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152" y="4336019"/>
            <a:ext cx="3592064" cy="12586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A3ACD0-451D-4ABB-8870-656D424348FF}"/>
              </a:ext>
            </a:extLst>
          </p:cNvPr>
          <p:cNvSpPr txBox="1"/>
          <p:nvPr/>
        </p:nvSpPr>
        <p:spPr>
          <a:xfrm>
            <a:off x="535157" y="5906228"/>
            <a:ext cx="2767361" cy="40011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2222">
                <a:solidFill>
                  <a:schemeClr val="tx2"/>
                </a:solidFill>
                <a:latin typeface="Trebuchet MS" panose="020B0603020202020204" pitchFamily="34" charset="0"/>
              </a:rPr>
              <a:t>www.nvidia.com/dli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0532B0-18B4-4512-831A-3B1275731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55222"/>
            <a:ext cx="12192000" cy="66027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0181B24-4720-4E02-A4E7-C9E0197563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999F0F-60F3-454B-A069-A885DDC208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152" y="4336019"/>
            <a:ext cx="3592064" cy="12586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ADF7F68-394A-4E75-BF98-902550272410}"/>
              </a:ext>
            </a:extLst>
          </p:cNvPr>
          <p:cNvSpPr txBox="1"/>
          <p:nvPr userDrawn="1"/>
        </p:nvSpPr>
        <p:spPr>
          <a:xfrm>
            <a:off x="535157" y="5906228"/>
            <a:ext cx="2767361" cy="40011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2222">
                <a:solidFill>
                  <a:schemeClr val="tx2"/>
                </a:solidFill>
                <a:latin typeface="Trebuchet MS" panose="020B0603020202020204" pitchFamily="34" charset="0"/>
              </a:rPr>
              <a:t>www.nvidia.com/dli</a:t>
            </a:r>
          </a:p>
        </p:txBody>
      </p:sp>
    </p:spTree>
    <p:extLst>
      <p:ext uri="{BB962C8B-B14F-4D97-AF65-F5344CB8AC3E}">
        <p14:creationId xmlns:p14="http://schemas.microsoft.com/office/powerpoint/2010/main" val="31594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67" y="2336706"/>
            <a:ext cx="11054080" cy="4132139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222">
                <a:solidFill>
                  <a:schemeClr val="bg1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1778">
                <a:solidFill>
                  <a:schemeClr val="bg1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4815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819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 with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67" y="2336706"/>
            <a:ext cx="11054080" cy="4132139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222">
                <a:solidFill>
                  <a:schemeClr val="bg1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1778">
                <a:solidFill>
                  <a:schemeClr val="bg1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4815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833032" y="6424130"/>
            <a:ext cx="3069851" cy="27571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r" defTabSz="50799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89" b="1" i="0" kern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9059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960" y="2336705"/>
            <a:ext cx="11054080" cy="4104176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222">
                <a:solidFill>
                  <a:schemeClr val="bg1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4815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90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1" y="703918"/>
            <a:ext cx="6580130" cy="68736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960" y="2336705"/>
            <a:ext cx="6562037" cy="4104176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222">
                <a:solidFill>
                  <a:schemeClr val="bg1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1" y="1314815"/>
            <a:ext cx="6580130" cy="583848"/>
          </a:xfrm>
        </p:spPr>
        <p:txBody>
          <a:bodyPr/>
          <a:lstStyle>
            <a:lvl1pPr marL="0" indent="0" algn="l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D783A8-D0B7-45E8-AC6F-F898F1D7B9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701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63EDB0-BC45-497B-A193-1642CC7454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2028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764AE4-97B7-4C45-A0D0-BEE3BA17B7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46E4A-4011-49A2-955F-F689C05DCB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DE1DF3-9BB4-4DC8-8A61-394EC1805C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87F1F-4ACA-4D48-ACDC-152646CBD1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3100706"/>
            <a:ext cx="11084560" cy="65659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5E837F-32A3-4CD8-99FB-CF3E2F81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6F276-48F0-468A-93FF-C4E991D5AF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EA23C83-D051-41C4-AFED-FE64F53225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5CCD21-37B0-47AB-95CC-F27DB10F35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3617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27058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3721" y="2346291"/>
            <a:ext cx="5494514" cy="4103912"/>
          </a:xfrm>
        </p:spPr>
        <p:txBody>
          <a:bodyPr/>
          <a:lstStyle>
            <a:lvl1pPr marL="257525" indent="-257525">
              <a:buSzPct val="100000"/>
              <a:buFontTx/>
              <a:buBlip>
                <a:blip r:embed="rId2"/>
              </a:buBlip>
              <a:defRPr sz="2667" b="0">
                <a:solidFill>
                  <a:schemeClr val="bg1"/>
                </a:solidFill>
              </a:defRPr>
            </a:lvl1pPr>
            <a:lvl2pPr marL="892519" indent="-257525">
              <a:buSzPct val="100000"/>
              <a:buFontTx/>
              <a:buBlip>
                <a:blip r:embed="rId2"/>
              </a:buBlip>
              <a:defRPr sz="2222" b="0">
                <a:solidFill>
                  <a:schemeClr val="bg1"/>
                </a:solidFill>
              </a:defRPr>
            </a:lvl2pPr>
            <a:lvl3pPr marL="1395223" indent="-185207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3pPr>
            <a:lvl4pPr marL="1972008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4pPr>
            <a:lvl5pPr marL="2353004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3767" y="2346291"/>
            <a:ext cx="5494513" cy="4103912"/>
          </a:xfrm>
        </p:spPr>
        <p:txBody>
          <a:bodyPr/>
          <a:lstStyle>
            <a:lvl1pPr marL="257525" indent="-257525">
              <a:buSzPct val="100000"/>
              <a:buFontTx/>
              <a:buBlip>
                <a:blip r:embed="rId2"/>
              </a:buBlip>
              <a:defRPr sz="2667" b="0">
                <a:solidFill>
                  <a:schemeClr val="bg1"/>
                </a:solidFill>
              </a:defRPr>
            </a:lvl1pPr>
            <a:lvl2pPr marL="892519" indent="-257525">
              <a:buSzPct val="100000"/>
              <a:buFontTx/>
              <a:buBlip>
                <a:blip r:embed="rId2"/>
              </a:buBlip>
              <a:defRPr sz="2222" b="0">
                <a:solidFill>
                  <a:schemeClr val="bg1"/>
                </a:solidFill>
              </a:defRPr>
            </a:lvl2pPr>
            <a:lvl3pPr marL="1395223" indent="-185207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3pPr>
            <a:lvl4pPr marL="1972008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4pPr>
            <a:lvl5pPr marL="2353004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1743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800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108" y="5947368"/>
            <a:ext cx="8739784" cy="410369"/>
          </a:xfrm>
        </p:spPr>
        <p:txBody>
          <a:bodyPr anchor="b"/>
          <a:lstStyle>
            <a:lvl1pPr algn="l">
              <a:defRPr sz="2222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3635" y="5713473"/>
            <a:ext cx="8384731" cy="1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3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F74E33-2953-4094-8C12-7BB7CE97A1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671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5743860"/>
            <a:ext cx="11084560" cy="595034"/>
          </a:xfrm>
        </p:spPr>
        <p:txBody>
          <a:bodyPr anchor="ctr"/>
          <a:lstStyle>
            <a:lvl1pPr algn="l">
              <a:defRPr sz="3556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65DF54-79FC-43A7-BD18-1F92EE3BBB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7753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and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3CF5E6-4F92-46E0-8DC2-6209504040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9ABDF-4D75-49CA-83AC-B3309B79A6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E186C6-9892-4B49-86F3-D3AE543013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D92F76-2157-4482-88C8-AE386F9B7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0482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762000" y="5527040"/>
            <a:ext cx="6461760" cy="318036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67"/>
              </a:spcBef>
              <a:spcAft>
                <a:spcPts val="333"/>
              </a:spcAft>
              <a:buFontTx/>
              <a:buNone/>
              <a:defRPr sz="1556" b="0">
                <a:solidFill>
                  <a:schemeClr val="tx2"/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5" name="Title 304"/>
          <p:cNvSpPr>
            <a:spLocks noGrp="1"/>
          </p:cNvSpPr>
          <p:nvPr>
            <p:ph type="title" hasCustomPrompt="1"/>
          </p:nvPr>
        </p:nvSpPr>
        <p:spPr>
          <a:xfrm>
            <a:off x="762000" y="4470401"/>
            <a:ext cx="6461760" cy="1092061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000" b="1" cap="all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030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Title Slide -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58000"/>
                </a:schemeClr>
              </a:gs>
              <a:gs pos="58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578722" y="1985663"/>
            <a:ext cx="9667451" cy="3795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667"/>
              </a:spcBef>
              <a:spcAft>
                <a:spcPts val="333"/>
              </a:spcAft>
              <a:buFontTx/>
              <a:buNone/>
              <a:defRPr sz="2000" b="0">
                <a:solidFill>
                  <a:schemeClr val="tx1"/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535180" y="932541"/>
            <a:ext cx="9710378" cy="1092061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5111" b="1" cap="all" baseline="0">
                <a:solidFill>
                  <a:schemeClr val="tx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177" y="2808046"/>
            <a:ext cx="1807412" cy="38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5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67" y="2336706"/>
            <a:ext cx="11054080" cy="4132139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222">
                <a:solidFill>
                  <a:schemeClr val="bg1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1778">
                <a:solidFill>
                  <a:schemeClr val="bg1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4815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12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with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67" y="2336706"/>
            <a:ext cx="11054080" cy="4132139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222">
                <a:solidFill>
                  <a:schemeClr val="bg1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1778">
                <a:solidFill>
                  <a:schemeClr val="bg1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4815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7833032" y="6424130"/>
            <a:ext cx="3069851" cy="27571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r" defTabSz="50799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89" b="1" i="0" kern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404321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960" y="2336705"/>
            <a:ext cx="11054080" cy="4104176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222">
                <a:solidFill>
                  <a:schemeClr val="bg1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4815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883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1" y="703918"/>
            <a:ext cx="6580130" cy="68736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960" y="2336705"/>
            <a:ext cx="6562037" cy="4104176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222">
                <a:solidFill>
                  <a:schemeClr val="bg1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1" y="1314815"/>
            <a:ext cx="6580130" cy="583848"/>
          </a:xfrm>
        </p:spPr>
        <p:txBody>
          <a:bodyPr/>
          <a:lstStyle>
            <a:lvl1pPr marL="0" indent="0" algn="l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603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74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3100706"/>
            <a:ext cx="11084560" cy="65659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719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27058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3721" y="2346291"/>
            <a:ext cx="5494514" cy="4103912"/>
          </a:xfrm>
        </p:spPr>
        <p:txBody>
          <a:bodyPr/>
          <a:lstStyle>
            <a:lvl1pPr marL="257525" indent="-257525">
              <a:buSzPct val="100000"/>
              <a:buFontTx/>
              <a:buBlip>
                <a:blip r:embed="rId2"/>
              </a:buBlip>
              <a:defRPr sz="2667" b="0">
                <a:solidFill>
                  <a:schemeClr val="bg1"/>
                </a:solidFill>
              </a:defRPr>
            </a:lvl1pPr>
            <a:lvl2pPr marL="892519" indent="-257525">
              <a:buSzPct val="100000"/>
              <a:buFontTx/>
              <a:buBlip>
                <a:blip r:embed="rId2"/>
              </a:buBlip>
              <a:defRPr sz="2222" b="0">
                <a:solidFill>
                  <a:schemeClr val="bg1"/>
                </a:solidFill>
              </a:defRPr>
            </a:lvl2pPr>
            <a:lvl3pPr marL="1395223" indent="-185207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3pPr>
            <a:lvl4pPr marL="1972008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4pPr>
            <a:lvl5pPr marL="2353004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3767" y="2346291"/>
            <a:ext cx="5494513" cy="4103912"/>
          </a:xfrm>
        </p:spPr>
        <p:txBody>
          <a:bodyPr/>
          <a:lstStyle>
            <a:lvl1pPr marL="257525" indent="-257525">
              <a:buSzPct val="100000"/>
              <a:buFontTx/>
              <a:buBlip>
                <a:blip r:embed="rId2"/>
              </a:buBlip>
              <a:defRPr sz="2667" b="0">
                <a:solidFill>
                  <a:schemeClr val="bg1"/>
                </a:solidFill>
              </a:defRPr>
            </a:lvl1pPr>
            <a:lvl2pPr marL="892519" indent="-257525">
              <a:buSzPct val="100000"/>
              <a:buFontTx/>
              <a:buBlip>
                <a:blip r:embed="rId2"/>
              </a:buBlip>
              <a:defRPr sz="2222" b="0">
                <a:solidFill>
                  <a:schemeClr val="bg1"/>
                </a:solidFill>
              </a:defRPr>
            </a:lvl2pPr>
            <a:lvl3pPr marL="1395223" indent="-185207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3pPr>
            <a:lvl4pPr marL="1972008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4pPr>
            <a:lvl5pPr marL="2353004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1743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650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108" y="5947368"/>
            <a:ext cx="8739784" cy="410369"/>
          </a:xfrm>
        </p:spPr>
        <p:txBody>
          <a:bodyPr anchor="b"/>
          <a:lstStyle>
            <a:lvl1pPr algn="l">
              <a:defRPr sz="2222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3635" y="5713473"/>
            <a:ext cx="8384731" cy="1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7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581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5743860"/>
            <a:ext cx="11084560" cy="595034"/>
          </a:xfrm>
        </p:spPr>
        <p:txBody>
          <a:bodyPr anchor="ctr"/>
          <a:lstStyle>
            <a:lvl1pPr algn="l">
              <a:defRPr sz="3556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015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3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4816"/>
            <a:ext cx="11084560" cy="58384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43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09919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7873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8839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85471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A28B2A9-89D6-4CF3-BBAF-1CA0E88E14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9E96A302-1F38-4275-8241-37FF3CB49A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499" y="2107183"/>
            <a:ext cx="1779550" cy="1442920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762000" y="5527040"/>
            <a:ext cx="6461760" cy="318036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667"/>
              </a:spcBef>
              <a:spcAft>
                <a:spcPts val="333"/>
              </a:spcAft>
              <a:buFontTx/>
              <a:buNone/>
              <a:defRPr sz="1556" b="0">
                <a:solidFill>
                  <a:schemeClr val="tx2"/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5" name="Title 304"/>
          <p:cNvSpPr>
            <a:spLocks noGrp="1"/>
          </p:cNvSpPr>
          <p:nvPr>
            <p:ph type="title" hasCustomPrompt="1"/>
          </p:nvPr>
        </p:nvSpPr>
        <p:spPr>
          <a:xfrm>
            <a:off x="762000" y="4470401"/>
            <a:ext cx="6461760" cy="1092061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000" b="1" cap="all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7DABAD-3709-40C3-9EFD-BF1A6B6A20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2218812" y="2201747"/>
            <a:ext cx="2235200" cy="122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80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pider&#10;&#10;Description automatically generated">
            <a:extLst>
              <a:ext uri="{FF2B5EF4-FFF2-40B4-BE49-F238E27FC236}">
                <a16:creationId xmlns:a16="http://schemas.microsoft.com/office/drawing/2014/main" id="{312387AB-4080-4B69-BFCF-F134EF12C7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B8805453-93BD-4B24-A658-29DCC01129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251" y="4907556"/>
            <a:ext cx="1779550" cy="144292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FDA9BB0-5ECC-460A-9E7D-23BD2DACDB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9702252" y="5015389"/>
            <a:ext cx="2235200" cy="12272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C516B3-B2E1-4623-BC46-A0CEA8BE2A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55222"/>
            <a:ext cx="12192000" cy="660277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04D3F7B-CD91-44BA-9E40-5924E8610DA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AEA4A6-14AA-4DF0-9176-E9D7313052E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152" y="4336019"/>
            <a:ext cx="3592064" cy="1258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1F5AD5-C852-41B0-B5E0-EF2D091A3512}"/>
              </a:ext>
            </a:extLst>
          </p:cNvPr>
          <p:cNvSpPr txBox="1"/>
          <p:nvPr userDrawn="1"/>
        </p:nvSpPr>
        <p:spPr>
          <a:xfrm>
            <a:off x="535157" y="5906228"/>
            <a:ext cx="2767361" cy="40011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2222">
                <a:solidFill>
                  <a:schemeClr val="tx2"/>
                </a:solidFill>
                <a:latin typeface="Trebuchet MS" panose="020B0603020202020204" pitchFamily="34" charset="0"/>
              </a:rPr>
              <a:t>www.nvidia.com/dli</a:t>
            </a:r>
          </a:p>
        </p:txBody>
      </p:sp>
    </p:spTree>
    <p:extLst>
      <p:ext uri="{BB962C8B-B14F-4D97-AF65-F5344CB8AC3E}">
        <p14:creationId xmlns:p14="http://schemas.microsoft.com/office/powerpoint/2010/main" val="167685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579121"/>
            <a:ext cx="11084560" cy="656590"/>
          </a:xfrm>
        </p:spPr>
        <p:txBody>
          <a:bodyPr/>
          <a:lstStyle>
            <a:lvl1pPr algn="ctr">
              <a:defRPr sz="311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67" y="2336706"/>
            <a:ext cx="11054080" cy="4132139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556">
                <a:solidFill>
                  <a:schemeClr val="accent4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1333">
                <a:solidFill>
                  <a:schemeClr val="accent4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1222">
                <a:solidFill>
                  <a:schemeClr val="accent4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209040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1132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ICON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579121"/>
            <a:ext cx="11084560" cy="656590"/>
          </a:xfrm>
        </p:spPr>
        <p:txBody>
          <a:bodyPr/>
          <a:lstStyle>
            <a:lvl1pPr algn="ctr">
              <a:defRPr sz="311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67" y="2336706"/>
            <a:ext cx="11054080" cy="4132139"/>
          </a:xfrm>
        </p:spPr>
        <p:txBody>
          <a:bodyPr/>
          <a:lstStyle>
            <a:lvl1pPr marL="255762" indent="-255762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556">
                <a:solidFill>
                  <a:schemeClr val="accent4"/>
                </a:solidFill>
              </a:defRPr>
            </a:lvl1pPr>
            <a:lvl2pPr marL="888991" indent="-253997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333">
                <a:solidFill>
                  <a:schemeClr val="accent4"/>
                </a:solidFill>
              </a:defRPr>
            </a:lvl2pPr>
            <a:lvl3pPr marL="1398750" indent="-188735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222">
                <a:solidFill>
                  <a:schemeClr val="accent4"/>
                </a:solidFill>
              </a:defRPr>
            </a:lvl3pPr>
            <a:lvl4pPr marL="1972008" indent="-253997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1111">
                <a:solidFill>
                  <a:schemeClr val="accent4"/>
                </a:solidFill>
                <a:latin typeface="Trebuchet MS" panose="020B0603020202020204" pitchFamily="34" charset="0"/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209040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442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579121"/>
            <a:ext cx="11084560" cy="656590"/>
          </a:xfrm>
        </p:spPr>
        <p:txBody>
          <a:bodyPr/>
          <a:lstStyle>
            <a:lvl1pPr algn="ctr">
              <a:defRPr sz="311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67" y="2336706"/>
            <a:ext cx="11054080" cy="4132139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556">
                <a:solidFill>
                  <a:schemeClr val="accent4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1333">
                <a:solidFill>
                  <a:schemeClr val="accent4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1222">
                <a:solidFill>
                  <a:schemeClr val="accent4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209040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981" y="6417617"/>
            <a:ext cx="3069851" cy="27571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l" defTabSz="50799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78" b="1" i="0" kern="0" dirty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27960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579121"/>
            <a:ext cx="11084560" cy="656590"/>
          </a:xfrm>
        </p:spPr>
        <p:txBody>
          <a:bodyPr/>
          <a:lstStyle>
            <a:lvl1pPr algn="ctr">
              <a:defRPr sz="311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960" y="2336706"/>
            <a:ext cx="11069320" cy="3942174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556">
                <a:solidFill>
                  <a:schemeClr val="accent4"/>
                </a:solidFill>
              </a:defRPr>
            </a:lvl1pPr>
            <a:lvl2pPr marL="634994" indent="0">
              <a:buClr>
                <a:schemeClr val="bg2"/>
              </a:buClr>
              <a:buSzPct val="100000"/>
              <a:buFontTx/>
              <a:buNone/>
              <a:defRPr sz="1333">
                <a:solidFill>
                  <a:schemeClr val="accent4"/>
                </a:solidFill>
              </a:defRPr>
            </a:lvl2pPr>
            <a:lvl3pPr marL="1210016" indent="0">
              <a:buClr>
                <a:schemeClr val="bg2"/>
              </a:buClr>
              <a:buSzPct val="100000"/>
              <a:buFontTx/>
              <a:buNone/>
              <a:defRPr sz="1333">
                <a:solidFill>
                  <a:schemeClr val="accent4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209040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955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924" y="1998434"/>
            <a:ext cx="4671558" cy="687368"/>
          </a:xfrm>
        </p:spPr>
        <p:txBody>
          <a:bodyPr/>
          <a:lstStyle>
            <a:lvl1pPr algn="l">
              <a:defRPr sz="311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924" y="3412866"/>
            <a:ext cx="4658712" cy="2796766"/>
          </a:xfrm>
        </p:spPr>
        <p:txBody>
          <a:bodyPr/>
          <a:lstStyle>
            <a:lvl1pPr marL="0" indent="0">
              <a:spcBef>
                <a:spcPts val="556"/>
              </a:spcBef>
              <a:spcAft>
                <a:spcPts val="556"/>
              </a:spcAft>
              <a:buClr>
                <a:schemeClr val="bg2"/>
              </a:buClr>
              <a:buSzPct val="100000"/>
              <a:buFontTx/>
              <a:buNone/>
              <a:defRPr sz="1333">
                <a:solidFill>
                  <a:schemeClr val="accent4"/>
                </a:solidFill>
              </a:defRPr>
            </a:lvl1pPr>
            <a:lvl2pPr marL="634994" indent="0">
              <a:spcBef>
                <a:spcPts val="556"/>
              </a:spcBef>
              <a:spcAft>
                <a:spcPts val="556"/>
              </a:spcAft>
              <a:buClr>
                <a:schemeClr val="bg2"/>
              </a:buClr>
              <a:buSzPct val="100000"/>
              <a:buFontTx/>
              <a:buNone/>
              <a:defRPr sz="1222">
                <a:solidFill>
                  <a:schemeClr val="accent4"/>
                </a:solidFill>
              </a:defRPr>
            </a:lvl2pPr>
            <a:lvl3pPr marL="1210016" indent="0">
              <a:spcBef>
                <a:spcPts val="556"/>
              </a:spcBef>
              <a:spcAft>
                <a:spcPts val="556"/>
              </a:spcAft>
              <a:buClr>
                <a:schemeClr val="bg2"/>
              </a:buClr>
              <a:buSzPct val="100000"/>
              <a:buFontTx/>
              <a:buNone/>
              <a:defRPr sz="1222">
                <a:solidFill>
                  <a:schemeClr val="accent4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76924" y="2609330"/>
            <a:ext cx="4671558" cy="583848"/>
          </a:xfrm>
        </p:spPr>
        <p:txBody>
          <a:bodyPr/>
          <a:lstStyle>
            <a:lvl1pPr marL="0" indent="0" algn="l">
              <a:buFontTx/>
              <a:buNone/>
              <a:defRPr sz="2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F8FCCE-B6F7-40D9-BD7E-F82303A5F9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6545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0" y="1998434"/>
            <a:ext cx="6045200" cy="687368"/>
          </a:xfrm>
        </p:spPr>
        <p:txBody>
          <a:bodyPr/>
          <a:lstStyle>
            <a:lvl1pPr algn="l">
              <a:defRPr sz="311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7200" y="3241040"/>
            <a:ext cx="6035040" cy="2796766"/>
          </a:xfrm>
        </p:spPr>
        <p:txBody>
          <a:bodyPr/>
          <a:lstStyle>
            <a:lvl1pPr marL="0" indent="0">
              <a:spcBef>
                <a:spcPts val="556"/>
              </a:spcBef>
              <a:spcAft>
                <a:spcPts val="556"/>
              </a:spcAft>
              <a:buClr>
                <a:schemeClr val="bg2"/>
              </a:buClr>
              <a:buSzPct val="100000"/>
              <a:buFontTx/>
              <a:buNone/>
              <a:defRPr sz="1333">
                <a:solidFill>
                  <a:schemeClr val="accent4"/>
                </a:solidFill>
              </a:defRPr>
            </a:lvl1pPr>
            <a:lvl2pPr marL="634994" indent="0">
              <a:spcBef>
                <a:spcPts val="556"/>
              </a:spcBef>
              <a:spcAft>
                <a:spcPts val="556"/>
              </a:spcAft>
              <a:buClr>
                <a:schemeClr val="bg2"/>
              </a:buClr>
              <a:buSzPct val="100000"/>
              <a:buFontTx/>
              <a:buNone/>
              <a:defRPr sz="1222">
                <a:solidFill>
                  <a:schemeClr val="accent4"/>
                </a:solidFill>
              </a:defRPr>
            </a:lvl2pPr>
            <a:lvl3pPr marL="1210016" indent="0">
              <a:spcBef>
                <a:spcPts val="556"/>
              </a:spcBef>
              <a:spcAft>
                <a:spcPts val="556"/>
              </a:spcAft>
              <a:buClr>
                <a:schemeClr val="bg2"/>
              </a:buClr>
              <a:buSzPct val="100000"/>
              <a:buFontTx/>
              <a:buNone/>
              <a:defRPr sz="1222">
                <a:solidFill>
                  <a:schemeClr val="accent4"/>
                </a:solidFill>
              </a:defRPr>
            </a:lvl3pPr>
            <a:lvl4pPr marL="1972008" indent="-253997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004" indent="-253997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0" y="2631440"/>
            <a:ext cx="6045200" cy="583848"/>
          </a:xfrm>
        </p:spPr>
        <p:txBody>
          <a:bodyPr/>
          <a:lstStyle>
            <a:lvl1pPr marL="0" indent="0" algn="l">
              <a:buFontTx/>
              <a:buNone/>
              <a:defRPr sz="2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51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302B7CA-37AE-4D42-BAAD-C239CA228A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7E5A86F-C58B-4AC6-A9A2-0D963DD9DE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777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C9D3D8-33FC-4EE7-AE65-7535FEAB06AA}"/>
              </a:ext>
            </a:extLst>
          </p:cNvPr>
          <p:cNvSpPr/>
          <p:nvPr/>
        </p:nvSpPr>
        <p:spPr>
          <a:xfrm>
            <a:off x="1" y="0"/>
            <a:ext cx="11919414" cy="62788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579121"/>
            <a:ext cx="11084560" cy="656590"/>
          </a:xfrm>
        </p:spPr>
        <p:txBody>
          <a:bodyPr/>
          <a:lstStyle>
            <a:lvl1pPr algn="ctr">
              <a:defRPr sz="311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B5A35-FF68-49B5-A68A-1E3E0A7D54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8739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/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AE616-A526-467A-9354-356237D56F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7040" y="4693921"/>
            <a:ext cx="5974080" cy="1526599"/>
          </a:xfrm>
        </p:spPr>
        <p:txBody>
          <a:bodyPr anchor="b"/>
          <a:lstStyle>
            <a:lvl1pPr algn="ctr">
              <a:defRPr sz="3778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58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barg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5E518B9-8953-4D61-86EB-BF726D7CE198}"/>
              </a:ext>
            </a:extLst>
          </p:cNvPr>
          <p:cNvGrpSpPr/>
          <p:nvPr/>
        </p:nvGrpSpPr>
        <p:grpSpPr>
          <a:xfrm>
            <a:off x="-1474786" y="-449851"/>
            <a:ext cx="15140743" cy="7759251"/>
            <a:chOff x="-1327308" y="-404866"/>
            <a:chExt cx="13626669" cy="69833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86AA18-85AA-4ECF-BC7C-6CDDDFA8AED1}"/>
                </a:ext>
              </a:extLst>
            </p:cNvPr>
            <p:cNvSpPr/>
            <p:nvPr/>
          </p:nvSpPr>
          <p:spPr>
            <a:xfrm>
              <a:off x="0" y="0"/>
              <a:ext cx="10972800" cy="6172200"/>
            </a:xfrm>
            <a:prstGeom prst="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779DBA0E-78FD-499D-B7C5-9610ED16A5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4856087B-5738-47BA-B257-0AE16578FE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30EA3BC0-CA75-4A9F-844C-9DF7651395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09D9D0DC-416F-4D02-AE51-DC94179FE3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B3F11494-DD54-4DA3-999D-60884617AB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8DA5A4A-C129-4A6A-8590-D776A55A56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A72853C-EBAC-4426-B8F7-4D7FF7CE76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AA148D7-A843-4289-9E59-D4B56EBE96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3DFDAB2E-4FBE-4EA1-9068-98D2A1969C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1CB7337C-1F1B-4024-8C1B-1145290410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3AC71E65-025E-4CD8-9C62-5C672876AB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CC69994B-2A96-4E6B-90E0-7C6012E438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95DA46AF-2C01-438F-ABE1-131B508F70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D1F7F7D-46C6-41FC-9A05-60CDDDABC9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E6044945-DD35-4A1F-B666-67B79DB3B9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B6707B12-7E15-44BA-A75C-D231A0BD9D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C9CA6F74-E612-4E07-826D-3714EA654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9C232950-AF88-4D8C-98A2-58E2906C02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577A18B0-195A-44F8-8045-DEE9F4805C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C57DA582-5E40-4087-915C-A8AFB763CE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6B9446B2-AA95-41F1-8CE9-9C293FF2FF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09C2F6DB-63BE-4BEF-BD50-8E85A06AF3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32" name="Freeform 16">
              <a:extLst>
                <a:ext uri="{FF2B5EF4-FFF2-40B4-BE49-F238E27FC236}">
                  <a16:creationId xmlns:a16="http://schemas.microsoft.com/office/drawing/2014/main" id="{AB269B44-FFE3-44F5-9547-2D66569163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D7B33E0B-D54D-4AD0-93EB-2D85D95AA7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C82CDED5-DC3C-4291-8FB5-4FBECACC09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38B0CFAC-4CC8-4BD7-9602-D3F62B4111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9D7BB7E2-49CE-405B-BBC3-0D3235E735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D724979D-D321-46A4-8BFB-4BE56A78ED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A90ECEE1-1C0E-48A4-8212-4FDF80E340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6A4F312E-AC0E-438F-85DE-734894B59F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1143C46B-BB0E-42E1-91DB-CF7866DEF0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8789D5ED-08F4-45B7-96D5-9DB37E826F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C71D4383-262D-49BE-8F2A-35EABE4CA5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B2D051A4-B41D-49C5-BCBA-B200CE9274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A204CAE-8CAD-4182-AFDF-6D71A5318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F2D419D0-1198-497F-8FCB-0E4E01ABEB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42DA3B58-E508-46A3-B351-BFD7A44A3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E56F4597-4576-4F1D-9E8B-57D61B7AF9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C16A7CB5-E8F5-43EC-B4DA-8367563CBA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B63EEF7E-F8C7-40A7-9EC5-7A2377B3E9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18561612-6FBC-464D-9063-754B5DF158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9FB80B49-CDD0-491F-B397-AF746CB745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F04631F3-C493-4A64-AAFD-4686A560F6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A457E3A0-7D3B-4D8D-909F-FA0F06B944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D8E8EADD-8531-47CC-A9F2-A5B20F7DA1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24D2EADF-B7B9-4986-AEDB-A2D41F636C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0683D26A-EB07-4380-8914-B6AECFE4BF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78C3AD2F-A184-4332-ADCE-E7FEDE7BA6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01ACBB54-13C8-4052-B203-3996848511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892B4C18-A783-475D-8EEF-F11FBA1A3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A62353FE-8604-486E-9560-78C474AC8F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4A5FC7DA-BB86-43EB-AC23-48D1752A6A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57B12D9F-3BBD-4FAF-A8AB-5C32680329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63" name="Freeform 16">
              <a:extLst>
                <a:ext uri="{FF2B5EF4-FFF2-40B4-BE49-F238E27FC236}">
                  <a16:creationId xmlns:a16="http://schemas.microsoft.com/office/drawing/2014/main" id="{B7B50CA6-941B-4F77-891D-BA2C28D0CA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0194FC04-B2A1-4C52-B275-3D32DD41DD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3055B924-F529-4C4C-A7F1-F0D1B50A73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1DCBE022-831C-4DEF-8567-F73AB476C6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4677A0E0-1BE9-4AD9-8081-3970B6DE76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5056D7AA-7E9E-4019-92DE-9258C7BADC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69" name="Freeform 16">
              <a:extLst>
                <a:ext uri="{FF2B5EF4-FFF2-40B4-BE49-F238E27FC236}">
                  <a16:creationId xmlns:a16="http://schemas.microsoft.com/office/drawing/2014/main" id="{B52F2FF3-8B1D-4A44-8280-D43163EC0C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70" name="Freeform 16">
              <a:extLst>
                <a:ext uri="{FF2B5EF4-FFF2-40B4-BE49-F238E27FC236}">
                  <a16:creationId xmlns:a16="http://schemas.microsoft.com/office/drawing/2014/main" id="{8B2B15A4-341E-44E2-AA50-1BF44E9387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71" name="Freeform 16">
              <a:extLst>
                <a:ext uri="{FF2B5EF4-FFF2-40B4-BE49-F238E27FC236}">
                  <a16:creationId xmlns:a16="http://schemas.microsoft.com/office/drawing/2014/main" id="{ACC84E38-6617-4E04-B995-881604F99C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72" name="Freeform 16">
              <a:extLst>
                <a:ext uri="{FF2B5EF4-FFF2-40B4-BE49-F238E27FC236}">
                  <a16:creationId xmlns:a16="http://schemas.microsoft.com/office/drawing/2014/main" id="{C6B285A5-12A2-48AF-893D-598301661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73" name="Freeform 16">
              <a:extLst>
                <a:ext uri="{FF2B5EF4-FFF2-40B4-BE49-F238E27FC236}">
                  <a16:creationId xmlns:a16="http://schemas.microsoft.com/office/drawing/2014/main" id="{47084835-C1A6-434A-A2AB-3E7DA4267B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82D26294-EE4F-4381-8B0F-4CE7F3A1A3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75" name="Freeform 16">
              <a:extLst>
                <a:ext uri="{FF2B5EF4-FFF2-40B4-BE49-F238E27FC236}">
                  <a16:creationId xmlns:a16="http://schemas.microsoft.com/office/drawing/2014/main" id="{B1EE9A53-A80E-4B20-9E04-100060C781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C3C136FE-F981-49F6-8875-8AD586CA85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FC84C1D9-DA95-4BF6-A71F-86DC6A2FA9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EC336BD7-D0E5-4907-BEDB-AA01C56DDA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BAAF41C9-7EAA-475D-83F2-1253B7055B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C4C84E12-C6BC-4AF0-9151-76A20D031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98FB1073-101D-401C-B499-E80B2DCCDB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E52FE15-A88E-4B8E-B23B-7E81075312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E83FECA9-6276-4B79-96AD-84BED6F80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84" name="Freeform 16">
              <a:extLst>
                <a:ext uri="{FF2B5EF4-FFF2-40B4-BE49-F238E27FC236}">
                  <a16:creationId xmlns:a16="http://schemas.microsoft.com/office/drawing/2014/main" id="{B18137A3-C9B0-4C35-8A20-53EC5864E5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52DE848A-E413-47C4-8173-DB2CA8EEA3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14D3DEFF-25FB-44EA-876C-8BD7E213C1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F8DD5E7B-8D6A-46DF-B7B8-0A96095CA7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88" name="Freeform 16">
              <a:extLst>
                <a:ext uri="{FF2B5EF4-FFF2-40B4-BE49-F238E27FC236}">
                  <a16:creationId xmlns:a16="http://schemas.microsoft.com/office/drawing/2014/main" id="{140EA7A3-E20E-49A8-B7DF-746F09BE22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89" name="Freeform 16">
              <a:extLst>
                <a:ext uri="{FF2B5EF4-FFF2-40B4-BE49-F238E27FC236}">
                  <a16:creationId xmlns:a16="http://schemas.microsoft.com/office/drawing/2014/main" id="{A30FB1C7-E929-4CCD-BEC9-3D5F967B88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90" name="Freeform 16">
              <a:extLst>
                <a:ext uri="{FF2B5EF4-FFF2-40B4-BE49-F238E27FC236}">
                  <a16:creationId xmlns:a16="http://schemas.microsoft.com/office/drawing/2014/main" id="{106589F0-5AFE-476A-B71B-0A4F474828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91" name="Freeform 16">
              <a:extLst>
                <a:ext uri="{FF2B5EF4-FFF2-40B4-BE49-F238E27FC236}">
                  <a16:creationId xmlns:a16="http://schemas.microsoft.com/office/drawing/2014/main" id="{852272BE-007F-4591-87D4-4C058623A4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2D5A05AC-D4E7-4583-9D07-33F99E8EE1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FA87D9B9-82A6-4511-B55E-096518071A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82686F07-3802-48D8-BD5E-CF63B4EBB3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id="{F1444EAF-3866-48AD-95F7-91B593B795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938A681C-25A3-449B-A881-F76613FC96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97" name="Freeform 16">
              <a:extLst>
                <a:ext uri="{FF2B5EF4-FFF2-40B4-BE49-F238E27FC236}">
                  <a16:creationId xmlns:a16="http://schemas.microsoft.com/office/drawing/2014/main" id="{98089678-D463-4C4A-9D1A-1FC1390E4B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98" name="Freeform 16">
              <a:extLst>
                <a:ext uri="{FF2B5EF4-FFF2-40B4-BE49-F238E27FC236}">
                  <a16:creationId xmlns:a16="http://schemas.microsoft.com/office/drawing/2014/main" id="{045CD8C6-72C7-424E-8145-FCCA8DA124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BCBD54C4-E64F-46E5-B0A1-0FBF34779A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00" name="Freeform 16">
              <a:extLst>
                <a:ext uri="{FF2B5EF4-FFF2-40B4-BE49-F238E27FC236}">
                  <a16:creationId xmlns:a16="http://schemas.microsoft.com/office/drawing/2014/main" id="{B158F302-8B95-435F-8FB0-83556B22F4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01" name="Freeform 16">
              <a:extLst>
                <a:ext uri="{FF2B5EF4-FFF2-40B4-BE49-F238E27FC236}">
                  <a16:creationId xmlns:a16="http://schemas.microsoft.com/office/drawing/2014/main" id="{169E18F6-73D6-442E-8CB4-23C90D727B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02" name="Freeform 16">
              <a:extLst>
                <a:ext uri="{FF2B5EF4-FFF2-40B4-BE49-F238E27FC236}">
                  <a16:creationId xmlns:a16="http://schemas.microsoft.com/office/drawing/2014/main" id="{ABAC07F3-4764-4532-A67C-B8DDA82C5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03" name="Freeform 16">
              <a:extLst>
                <a:ext uri="{FF2B5EF4-FFF2-40B4-BE49-F238E27FC236}">
                  <a16:creationId xmlns:a16="http://schemas.microsoft.com/office/drawing/2014/main" id="{3EE3A1D8-3AAF-4FAE-91BD-EE716E1E52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04" name="Freeform 16">
              <a:extLst>
                <a:ext uri="{FF2B5EF4-FFF2-40B4-BE49-F238E27FC236}">
                  <a16:creationId xmlns:a16="http://schemas.microsoft.com/office/drawing/2014/main" id="{78F80FF2-18C9-4DE9-8D2D-648C6F9570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05" name="Freeform 16">
              <a:extLst>
                <a:ext uri="{FF2B5EF4-FFF2-40B4-BE49-F238E27FC236}">
                  <a16:creationId xmlns:a16="http://schemas.microsoft.com/office/drawing/2014/main" id="{E9B1FC89-6E1D-463F-B7E4-4F62397C50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1504CF42-A3AD-43AF-BC77-F4293F7821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07" name="Freeform 16">
              <a:extLst>
                <a:ext uri="{FF2B5EF4-FFF2-40B4-BE49-F238E27FC236}">
                  <a16:creationId xmlns:a16="http://schemas.microsoft.com/office/drawing/2014/main" id="{F0742A4B-B722-474E-833A-AF064D3CD9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08" name="Freeform 16">
              <a:extLst>
                <a:ext uri="{FF2B5EF4-FFF2-40B4-BE49-F238E27FC236}">
                  <a16:creationId xmlns:a16="http://schemas.microsoft.com/office/drawing/2014/main" id="{56AB6434-0B69-41B7-841E-1A9ECDA5F2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09" name="Freeform 16">
              <a:extLst>
                <a:ext uri="{FF2B5EF4-FFF2-40B4-BE49-F238E27FC236}">
                  <a16:creationId xmlns:a16="http://schemas.microsoft.com/office/drawing/2014/main" id="{409BE632-16FF-4B4D-93DE-08E52DEE5A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10" name="Freeform 16">
              <a:extLst>
                <a:ext uri="{FF2B5EF4-FFF2-40B4-BE49-F238E27FC236}">
                  <a16:creationId xmlns:a16="http://schemas.microsoft.com/office/drawing/2014/main" id="{F6D1D24A-DEFB-4B95-9E28-5334F985B9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4D490E6F-B375-40F3-B24C-E712E32AFA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B1156AD0-A975-4D2C-B96A-5C2D1D5006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13" name="Freeform 16">
              <a:extLst>
                <a:ext uri="{FF2B5EF4-FFF2-40B4-BE49-F238E27FC236}">
                  <a16:creationId xmlns:a16="http://schemas.microsoft.com/office/drawing/2014/main" id="{8C5C7092-27B9-46A8-A5CB-88DDD889D6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BF4DD3C7-5444-4AE1-8656-CFEA1F964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D467BF95-5ED3-4FD4-83F5-8070D7EE77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16" name="Freeform 16">
              <a:extLst>
                <a:ext uri="{FF2B5EF4-FFF2-40B4-BE49-F238E27FC236}">
                  <a16:creationId xmlns:a16="http://schemas.microsoft.com/office/drawing/2014/main" id="{CDB313B9-C607-49FC-BC0F-4BDDB157AF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23871273-FB35-489A-824B-B8913F9CC4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6C17C940-E405-42C7-95FF-4654386A89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19" name="Freeform 16">
              <a:extLst>
                <a:ext uri="{FF2B5EF4-FFF2-40B4-BE49-F238E27FC236}">
                  <a16:creationId xmlns:a16="http://schemas.microsoft.com/office/drawing/2014/main" id="{F26C33C6-2F43-40B4-BB2D-1DD906A228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20" name="Freeform 16">
              <a:extLst>
                <a:ext uri="{FF2B5EF4-FFF2-40B4-BE49-F238E27FC236}">
                  <a16:creationId xmlns:a16="http://schemas.microsoft.com/office/drawing/2014/main" id="{4AF169A6-6482-40AF-85D0-0743C46622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21" name="Freeform 16">
              <a:extLst>
                <a:ext uri="{FF2B5EF4-FFF2-40B4-BE49-F238E27FC236}">
                  <a16:creationId xmlns:a16="http://schemas.microsoft.com/office/drawing/2014/main" id="{E0513C84-01AF-4A9C-9822-98303318D0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22" name="Freeform 16">
              <a:extLst>
                <a:ext uri="{FF2B5EF4-FFF2-40B4-BE49-F238E27FC236}">
                  <a16:creationId xmlns:a16="http://schemas.microsoft.com/office/drawing/2014/main" id="{BC2CD672-1D59-47B2-8BA3-8F1F5D7E66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23" name="Freeform 16">
              <a:extLst>
                <a:ext uri="{FF2B5EF4-FFF2-40B4-BE49-F238E27FC236}">
                  <a16:creationId xmlns:a16="http://schemas.microsoft.com/office/drawing/2014/main" id="{5CF49A84-7902-40A6-A48F-B657DB995E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24" name="Freeform 16">
              <a:extLst>
                <a:ext uri="{FF2B5EF4-FFF2-40B4-BE49-F238E27FC236}">
                  <a16:creationId xmlns:a16="http://schemas.microsoft.com/office/drawing/2014/main" id="{0413E21A-6735-49F7-84A0-262341ED43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B3515FD2-D67D-4964-A1C7-366A2381E2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26" name="Freeform 16">
              <a:extLst>
                <a:ext uri="{FF2B5EF4-FFF2-40B4-BE49-F238E27FC236}">
                  <a16:creationId xmlns:a16="http://schemas.microsoft.com/office/drawing/2014/main" id="{988F666F-A0C2-4684-BAAE-BF79FEBCB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27" name="Freeform 16">
              <a:extLst>
                <a:ext uri="{FF2B5EF4-FFF2-40B4-BE49-F238E27FC236}">
                  <a16:creationId xmlns:a16="http://schemas.microsoft.com/office/drawing/2014/main" id="{D64D2D99-CFE5-40EB-81E4-E291053599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28" name="Freeform 16">
              <a:extLst>
                <a:ext uri="{FF2B5EF4-FFF2-40B4-BE49-F238E27FC236}">
                  <a16:creationId xmlns:a16="http://schemas.microsoft.com/office/drawing/2014/main" id="{6F1D8EC0-2F8B-4B55-829F-5D11897D2E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29" name="Freeform 16">
              <a:extLst>
                <a:ext uri="{FF2B5EF4-FFF2-40B4-BE49-F238E27FC236}">
                  <a16:creationId xmlns:a16="http://schemas.microsoft.com/office/drawing/2014/main" id="{7612A0CC-BF09-49BF-BA72-D8A7162378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30" name="Freeform 16">
              <a:extLst>
                <a:ext uri="{FF2B5EF4-FFF2-40B4-BE49-F238E27FC236}">
                  <a16:creationId xmlns:a16="http://schemas.microsoft.com/office/drawing/2014/main" id="{5834C3D7-D7F3-46F0-95B2-22E7990457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31" name="Freeform 16">
              <a:extLst>
                <a:ext uri="{FF2B5EF4-FFF2-40B4-BE49-F238E27FC236}">
                  <a16:creationId xmlns:a16="http://schemas.microsoft.com/office/drawing/2014/main" id="{FD9ABA39-4B6C-4C7A-BFF6-C9192C33F5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32" name="Freeform 16">
              <a:extLst>
                <a:ext uri="{FF2B5EF4-FFF2-40B4-BE49-F238E27FC236}">
                  <a16:creationId xmlns:a16="http://schemas.microsoft.com/office/drawing/2014/main" id="{7A304270-705C-435B-A170-7613148DB7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33" name="Freeform 16">
              <a:extLst>
                <a:ext uri="{FF2B5EF4-FFF2-40B4-BE49-F238E27FC236}">
                  <a16:creationId xmlns:a16="http://schemas.microsoft.com/office/drawing/2014/main" id="{78BD2E8E-0F2A-497D-A0F8-D0D05765BA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F8691056-2A9C-4EAE-898B-E8C145A3A0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35" name="Freeform 16">
              <a:extLst>
                <a:ext uri="{FF2B5EF4-FFF2-40B4-BE49-F238E27FC236}">
                  <a16:creationId xmlns:a16="http://schemas.microsoft.com/office/drawing/2014/main" id="{7644BFA6-53D3-4200-97D5-A0826C9122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36" name="Freeform 16">
              <a:extLst>
                <a:ext uri="{FF2B5EF4-FFF2-40B4-BE49-F238E27FC236}">
                  <a16:creationId xmlns:a16="http://schemas.microsoft.com/office/drawing/2014/main" id="{31DD1366-4AF2-4675-8C09-B16FF18F4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37" name="Freeform 16">
              <a:extLst>
                <a:ext uri="{FF2B5EF4-FFF2-40B4-BE49-F238E27FC236}">
                  <a16:creationId xmlns:a16="http://schemas.microsoft.com/office/drawing/2014/main" id="{05FAFC32-B238-4EC6-9F94-250901C58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38" name="Freeform 16">
              <a:extLst>
                <a:ext uri="{FF2B5EF4-FFF2-40B4-BE49-F238E27FC236}">
                  <a16:creationId xmlns:a16="http://schemas.microsoft.com/office/drawing/2014/main" id="{94EDFDD1-CC0F-4CE9-A5E1-6F34763C59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39" name="Freeform 16">
              <a:extLst>
                <a:ext uri="{FF2B5EF4-FFF2-40B4-BE49-F238E27FC236}">
                  <a16:creationId xmlns:a16="http://schemas.microsoft.com/office/drawing/2014/main" id="{89391791-3406-405C-A52A-325E0ACEF0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40" name="Freeform 16">
              <a:extLst>
                <a:ext uri="{FF2B5EF4-FFF2-40B4-BE49-F238E27FC236}">
                  <a16:creationId xmlns:a16="http://schemas.microsoft.com/office/drawing/2014/main" id="{C45408BD-5A4C-4B71-9A10-180FFAA3CF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41" name="Freeform 16">
              <a:extLst>
                <a:ext uri="{FF2B5EF4-FFF2-40B4-BE49-F238E27FC236}">
                  <a16:creationId xmlns:a16="http://schemas.microsoft.com/office/drawing/2014/main" id="{262DA3C5-1F52-431A-AA77-2EBDF5CD4D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42" name="Freeform 16">
              <a:extLst>
                <a:ext uri="{FF2B5EF4-FFF2-40B4-BE49-F238E27FC236}">
                  <a16:creationId xmlns:a16="http://schemas.microsoft.com/office/drawing/2014/main" id="{158567EE-7ECE-4308-AF7E-DEA507E8E4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D2894DDF-45DE-4178-BFC7-4F0B8D8EF9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44" name="Freeform 16">
              <a:extLst>
                <a:ext uri="{FF2B5EF4-FFF2-40B4-BE49-F238E27FC236}">
                  <a16:creationId xmlns:a16="http://schemas.microsoft.com/office/drawing/2014/main" id="{36B1E453-1287-45A9-9339-730E3914F1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45" name="Freeform 16">
              <a:extLst>
                <a:ext uri="{FF2B5EF4-FFF2-40B4-BE49-F238E27FC236}">
                  <a16:creationId xmlns:a16="http://schemas.microsoft.com/office/drawing/2014/main" id="{4D1CFF21-2793-4E1D-A631-989F34A2CB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46" name="Freeform 16">
              <a:extLst>
                <a:ext uri="{FF2B5EF4-FFF2-40B4-BE49-F238E27FC236}">
                  <a16:creationId xmlns:a16="http://schemas.microsoft.com/office/drawing/2014/main" id="{FFFFE495-6317-4046-8780-509B3F7DE4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07F2B335-6843-4188-BE58-F99705AE73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48" name="Freeform 16">
              <a:extLst>
                <a:ext uri="{FF2B5EF4-FFF2-40B4-BE49-F238E27FC236}">
                  <a16:creationId xmlns:a16="http://schemas.microsoft.com/office/drawing/2014/main" id="{6A1AA564-0530-4B23-B215-595CC54E23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49" name="Freeform 16">
              <a:extLst>
                <a:ext uri="{FF2B5EF4-FFF2-40B4-BE49-F238E27FC236}">
                  <a16:creationId xmlns:a16="http://schemas.microsoft.com/office/drawing/2014/main" id="{4876FBCA-0D51-4B33-9375-D3F71918F7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50" name="Freeform 16">
              <a:extLst>
                <a:ext uri="{FF2B5EF4-FFF2-40B4-BE49-F238E27FC236}">
                  <a16:creationId xmlns:a16="http://schemas.microsoft.com/office/drawing/2014/main" id="{B025D520-F3BC-4D3B-BF86-05B537F248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51" name="Freeform 16">
              <a:extLst>
                <a:ext uri="{FF2B5EF4-FFF2-40B4-BE49-F238E27FC236}">
                  <a16:creationId xmlns:a16="http://schemas.microsoft.com/office/drawing/2014/main" id="{24765AAF-1343-40B6-9F77-11BC4F9E47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52" name="Freeform 16">
              <a:extLst>
                <a:ext uri="{FF2B5EF4-FFF2-40B4-BE49-F238E27FC236}">
                  <a16:creationId xmlns:a16="http://schemas.microsoft.com/office/drawing/2014/main" id="{CAE5A3F7-0924-495D-8844-A0BFFEA3F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53" name="Freeform 16">
              <a:extLst>
                <a:ext uri="{FF2B5EF4-FFF2-40B4-BE49-F238E27FC236}">
                  <a16:creationId xmlns:a16="http://schemas.microsoft.com/office/drawing/2014/main" id="{CFDA1116-035D-4E54-AFBB-4D27A956C2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54" name="Freeform 16">
              <a:extLst>
                <a:ext uri="{FF2B5EF4-FFF2-40B4-BE49-F238E27FC236}">
                  <a16:creationId xmlns:a16="http://schemas.microsoft.com/office/drawing/2014/main" id="{5F363A19-6283-48F8-85FA-6B7CCCB518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55" name="Freeform 16">
              <a:extLst>
                <a:ext uri="{FF2B5EF4-FFF2-40B4-BE49-F238E27FC236}">
                  <a16:creationId xmlns:a16="http://schemas.microsoft.com/office/drawing/2014/main" id="{2A698C8C-4D32-4D3F-9F80-BEC6A13B84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56" name="Freeform 16">
              <a:extLst>
                <a:ext uri="{FF2B5EF4-FFF2-40B4-BE49-F238E27FC236}">
                  <a16:creationId xmlns:a16="http://schemas.microsoft.com/office/drawing/2014/main" id="{4570646F-A2EF-470F-BE69-65F48D8F63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57" name="Freeform 16">
              <a:extLst>
                <a:ext uri="{FF2B5EF4-FFF2-40B4-BE49-F238E27FC236}">
                  <a16:creationId xmlns:a16="http://schemas.microsoft.com/office/drawing/2014/main" id="{6076E36D-73D2-4127-BE4A-21CD4864C9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58" name="Freeform 16">
              <a:extLst>
                <a:ext uri="{FF2B5EF4-FFF2-40B4-BE49-F238E27FC236}">
                  <a16:creationId xmlns:a16="http://schemas.microsoft.com/office/drawing/2014/main" id="{7C8BE7DC-9C93-4AE4-849A-1438EF43DA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7A7E7F5E-396F-402D-87C2-4ECEE23A83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60" name="Freeform 16">
              <a:extLst>
                <a:ext uri="{FF2B5EF4-FFF2-40B4-BE49-F238E27FC236}">
                  <a16:creationId xmlns:a16="http://schemas.microsoft.com/office/drawing/2014/main" id="{97EC6D43-68CC-4F32-BFB8-1B15CFBD59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61" name="Freeform 16">
              <a:extLst>
                <a:ext uri="{FF2B5EF4-FFF2-40B4-BE49-F238E27FC236}">
                  <a16:creationId xmlns:a16="http://schemas.microsoft.com/office/drawing/2014/main" id="{AA1D0C14-2069-4DE9-A088-6C76A61F20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72C3829D-1796-4F37-B8F1-5C9A26E28C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63" name="Freeform 16">
              <a:extLst>
                <a:ext uri="{FF2B5EF4-FFF2-40B4-BE49-F238E27FC236}">
                  <a16:creationId xmlns:a16="http://schemas.microsoft.com/office/drawing/2014/main" id="{F74CEB28-F72C-46BF-955A-1DFBE9110A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64" name="Freeform 16">
              <a:extLst>
                <a:ext uri="{FF2B5EF4-FFF2-40B4-BE49-F238E27FC236}">
                  <a16:creationId xmlns:a16="http://schemas.microsoft.com/office/drawing/2014/main" id="{7052B90E-88FE-46F1-B64B-F574689D4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65" name="Freeform 16">
              <a:extLst>
                <a:ext uri="{FF2B5EF4-FFF2-40B4-BE49-F238E27FC236}">
                  <a16:creationId xmlns:a16="http://schemas.microsoft.com/office/drawing/2014/main" id="{F8F128E0-3AD1-4260-A7E5-19E8751009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66" name="Freeform 16">
              <a:extLst>
                <a:ext uri="{FF2B5EF4-FFF2-40B4-BE49-F238E27FC236}">
                  <a16:creationId xmlns:a16="http://schemas.microsoft.com/office/drawing/2014/main" id="{969B39FA-8605-4E46-98D4-7C699D24F4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67" name="Freeform 16">
              <a:extLst>
                <a:ext uri="{FF2B5EF4-FFF2-40B4-BE49-F238E27FC236}">
                  <a16:creationId xmlns:a16="http://schemas.microsoft.com/office/drawing/2014/main" id="{DD141AA4-FDDD-4DF1-A51F-34017775CB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68" name="Freeform 16">
              <a:extLst>
                <a:ext uri="{FF2B5EF4-FFF2-40B4-BE49-F238E27FC236}">
                  <a16:creationId xmlns:a16="http://schemas.microsoft.com/office/drawing/2014/main" id="{855CBA53-E52B-4687-96C6-EBA404B23D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69" name="Freeform 16">
              <a:extLst>
                <a:ext uri="{FF2B5EF4-FFF2-40B4-BE49-F238E27FC236}">
                  <a16:creationId xmlns:a16="http://schemas.microsoft.com/office/drawing/2014/main" id="{BA45AD96-F5AF-4075-86DE-27366EF279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70" name="Freeform 16">
              <a:extLst>
                <a:ext uri="{FF2B5EF4-FFF2-40B4-BE49-F238E27FC236}">
                  <a16:creationId xmlns:a16="http://schemas.microsoft.com/office/drawing/2014/main" id="{BB34F054-D296-4BA7-A495-E174D9BE84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71" name="Freeform 16">
              <a:extLst>
                <a:ext uri="{FF2B5EF4-FFF2-40B4-BE49-F238E27FC236}">
                  <a16:creationId xmlns:a16="http://schemas.microsoft.com/office/drawing/2014/main" id="{F429DE27-C226-4AA5-9816-E6376A4E2A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72" name="Freeform 16">
              <a:extLst>
                <a:ext uri="{FF2B5EF4-FFF2-40B4-BE49-F238E27FC236}">
                  <a16:creationId xmlns:a16="http://schemas.microsoft.com/office/drawing/2014/main" id="{EE6506CD-9CC1-4BC6-BC32-DFD6FB136A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73" name="Freeform 16">
              <a:extLst>
                <a:ext uri="{FF2B5EF4-FFF2-40B4-BE49-F238E27FC236}">
                  <a16:creationId xmlns:a16="http://schemas.microsoft.com/office/drawing/2014/main" id="{B3A7E91D-34EB-4744-A1A0-13EC637748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74" name="Freeform 16">
              <a:extLst>
                <a:ext uri="{FF2B5EF4-FFF2-40B4-BE49-F238E27FC236}">
                  <a16:creationId xmlns:a16="http://schemas.microsoft.com/office/drawing/2014/main" id="{65A23728-E731-4707-AC6B-35FB937AE7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75" name="Freeform 16">
              <a:extLst>
                <a:ext uri="{FF2B5EF4-FFF2-40B4-BE49-F238E27FC236}">
                  <a16:creationId xmlns:a16="http://schemas.microsoft.com/office/drawing/2014/main" id="{D8983A2E-8721-4A78-B55C-FD0940B28E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76" name="Freeform 16">
              <a:extLst>
                <a:ext uri="{FF2B5EF4-FFF2-40B4-BE49-F238E27FC236}">
                  <a16:creationId xmlns:a16="http://schemas.microsoft.com/office/drawing/2014/main" id="{FD4BBBB1-537D-4BF3-9BCC-DB166F1B91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77" name="Freeform 16">
              <a:extLst>
                <a:ext uri="{FF2B5EF4-FFF2-40B4-BE49-F238E27FC236}">
                  <a16:creationId xmlns:a16="http://schemas.microsoft.com/office/drawing/2014/main" id="{AB55ADFF-1418-463B-9F69-0448C6BC55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78" name="Freeform 16">
              <a:extLst>
                <a:ext uri="{FF2B5EF4-FFF2-40B4-BE49-F238E27FC236}">
                  <a16:creationId xmlns:a16="http://schemas.microsoft.com/office/drawing/2014/main" id="{7DB31205-26C8-4B40-84B2-A21E04286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A55615A4-EA9A-41B6-9F9B-5608693927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80" name="Freeform 16">
              <a:extLst>
                <a:ext uri="{FF2B5EF4-FFF2-40B4-BE49-F238E27FC236}">
                  <a16:creationId xmlns:a16="http://schemas.microsoft.com/office/drawing/2014/main" id="{A66AFF9B-47A8-431E-A764-E6AFD67771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81" name="Freeform 16">
              <a:extLst>
                <a:ext uri="{FF2B5EF4-FFF2-40B4-BE49-F238E27FC236}">
                  <a16:creationId xmlns:a16="http://schemas.microsoft.com/office/drawing/2014/main" id="{BB50F388-4C4F-4B03-AD18-01111D1C59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82" name="Freeform 16">
              <a:extLst>
                <a:ext uri="{FF2B5EF4-FFF2-40B4-BE49-F238E27FC236}">
                  <a16:creationId xmlns:a16="http://schemas.microsoft.com/office/drawing/2014/main" id="{CF3FB584-0B0E-423F-925C-1180324EBD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83" name="Freeform 16">
              <a:extLst>
                <a:ext uri="{FF2B5EF4-FFF2-40B4-BE49-F238E27FC236}">
                  <a16:creationId xmlns:a16="http://schemas.microsoft.com/office/drawing/2014/main" id="{ED4EC88C-3F33-4DC1-85B0-07C4415BBD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84" name="Freeform 16">
              <a:extLst>
                <a:ext uri="{FF2B5EF4-FFF2-40B4-BE49-F238E27FC236}">
                  <a16:creationId xmlns:a16="http://schemas.microsoft.com/office/drawing/2014/main" id="{1C4B329A-FB4F-44FB-B230-B1047E59B3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85" name="Freeform 16">
              <a:extLst>
                <a:ext uri="{FF2B5EF4-FFF2-40B4-BE49-F238E27FC236}">
                  <a16:creationId xmlns:a16="http://schemas.microsoft.com/office/drawing/2014/main" id="{BE396084-F429-410A-AF78-35CDD96AF6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id="{6F0A9973-4361-4CB5-876A-37B001931E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87" name="Freeform 16">
              <a:extLst>
                <a:ext uri="{FF2B5EF4-FFF2-40B4-BE49-F238E27FC236}">
                  <a16:creationId xmlns:a16="http://schemas.microsoft.com/office/drawing/2014/main" id="{1F716BE4-ED9D-4AFC-8882-0079178438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88" name="Freeform 16">
              <a:extLst>
                <a:ext uri="{FF2B5EF4-FFF2-40B4-BE49-F238E27FC236}">
                  <a16:creationId xmlns:a16="http://schemas.microsoft.com/office/drawing/2014/main" id="{A3188B9A-07AD-4D67-9017-92061B138A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89" name="Freeform 16">
              <a:extLst>
                <a:ext uri="{FF2B5EF4-FFF2-40B4-BE49-F238E27FC236}">
                  <a16:creationId xmlns:a16="http://schemas.microsoft.com/office/drawing/2014/main" id="{DE8AD78A-ABB9-4B8E-A0F9-F7CCA2E2E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02865DC5-04F0-4328-8C93-50994C40E4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91" name="Freeform 16">
              <a:extLst>
                <a:ext uri="{FF2B5EF4-FFF2-40B4-BE49-F238E27FC236}">
                  <a16:creationId xmlns:a16="http://schemas.microsoft.com/office/drawing/2014/main" id="{541DB8F0-C031-42C1-A57D-729DA2CFF3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92" name="Freeform 16">
              <a:extLst>
                <a:ext uri="{FF2B5EF4-FFF2-40B4-BE49-F238E27FC236}">
                  <a16:creationId xmlns:a16="http://schemas.microsoft.com/office/drawing/2014/main" id="{E74F6813-CEDF-4C90-9515-18F2D2808D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93" name="Freeform 16">
              <a:extLst>
                <a:ext uri="{FF2B5EF4-FFF2-40B4-BE49-F238E27FC236}">
                  <a16:creationId xmlns:a16="http://schemas.microsoft.com/office/drawing/2014/main" id="{178439D5-98F9-4547-AA18-8F0D15FA50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94" name="Freeform 16">
              <a:extLst>
                <a:ext uri="{FF2B5EF4-FFF2-40B4-BE49-F238E27FC236}">
                  <a16:creationId xmlns:a16="http://schemas.microsoft.com/office/drawing/2014/main" id="{FF65ACCA-B29A-4B23-99DF-9E8988FE77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95" name="Freeform 16">
              <a:extLst>
                <a:ext uri="{FF2B5EF4-FFF2-40B4-BE49-F238E27FC236}">
                  <a16:creationId xmlns:a16="http://schemas.microsoft.com/office/drawing/2014/main" id="{08202144-2699-405E-B70E-10ACB62504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96" name="Freeform 16">
              <a:extLst>
                <a:ext uri="{FF2B5EF4-FFF2-40B4-BE49-F238E27FC236}">
                  <a16:creationId xmlns:a16="http://schemas.microsoft.com/office/drawing/2014/main" id="{8F59B94B-2422-4834-BD86-CFE3D8A53F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97" name="Freeform 16">
              <a:extLst>
                <a:ext uri="{FF2B5EF4-FFF2-40B4-BE49-F238E27FC236}">
                  <a16:creationId xmlns:a16="http://schemas.microsoft.com/office/drawing/2014/main" id="{C5893D12-2CAA-4072-80FB-D3E9971005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C5D33650-F7DF-4640-8624-E4A406586B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99" name="Freeform 16">
              <a:extLst>
                <a:ext uri="{FF2B5EF4-FFF2-40B4-BE49-F238E27FC236}">
                  <a16:creationId xmlns:a16="http://schemas.microsoft.com/office/drawing/2014/main" id="{D8E569D6-7F89-4731-A6B8-6AFEB4544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00" name="Freeform 16">
              <a:extLst>
                <a:ext uri="{FF2B5EF4-FFF2-40B4-BE49-F238E27FC236}">
                  <a16:creationId xmlns:a16="http://schemas.microsoft.com/office/drawing/2014/main" id="{80CEE136-CAF7-4993-84B3-67A0917C53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FFDB2B08-42EF-46F1-9397-9A855C1A24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02" name="Freeform 16">
              <a:extLst>
                <a:ext uri="{FF2B5EF4-FFF2-40B4-BE49-F238E27FC236}">
                  <a16:creationId xmlns:a16="http://schemas.microsoft.com/office/drawing/2014/main" id="{AB77A349-A09C-4B90-9A2C-EA856A8D86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03" name="Freeform 16">
              <a:extLst>
                <a:ext uri="{FF2B5EF4-FFF2-40B4-BE49-F238E27FC236}">
                  <a16:creationId xmlns:a16="http://schemas.microsoft.com/office/drawing/2014/main" id="{48608721-EE4A-426A-91C2-C463004F97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04" name="Freeform 16">
              <a:extLst>
                <a:ext uri="{FF2B5EF4-FFF2-40B4-BE49-F238E27FC236}">
                  <a16:creationId xmlns:a16="http://schemas.microsoft.com/office/drawing/2014/main" id="{B927CE31-5623-45C2-9E5E-6EF0145365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05" name="Freeform 16">
              <a:extLst>
                <a:ext uri="{FF2B5EF4-FFF2-40B4-BE49-F238E27FC236}">
                  <a16:creationId xmlns:a16="http://schemas.microsoft.com/office/drawing/2014/main" id="{664A9588-E7C2-4376-869E-12661D073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C07EBDA9-99B9-4FEA-8E61-CF7766C803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07" name="Freeform 16">
              <a:extLst>
                <a:ext uri="{FF2B5EF4-FFF2-40B4-BE49-F238E27FC236}">
                  <a16:creationId xmlns:a16="http://schemas.microsoft.com/office/drawing/2014/main" id="{E44A3FF9-F9CA-4868-B495-9C7AAE9DDF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CCF5D671-0529-4209-8A7C-1149C28011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09" name="Freeform 16">
              <a:extLst>
                <a:ext uri="{FF2B5EF4-FFF2-40B4-BE49-F238E27FC236}">
                  <a16:creationId xmlns:a16="http://schemas.microsoft.com/office/drawing/2014/main" id="{DCA290DC-6B1F-40EB-A9F0-F96F5851B3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10" name="Freeform 16">
              <a:extLst>
                <a:ext uri="{FF2B5EF4-FFF2-40B4-BE49-F238E27FC236}">
                  <a16:creationId xmlns:a16="http://schemas.microsoft.com/office/drawing/2014/main" id="{36C813C9-8C14-4372-801A-DBB3E037EE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11" name="Freeform 16">
              <a:extLst>
                <a:ext uri="{FF2B5EF4-FFF2-40B4-BE49-F238E27FC236}">
                  <a16:creationId xmlns:a16="http://schemas.microsoft.com/office/drawing/2014/main" id="{F253EC72-B338-4BBF-9042-C191E60067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12" name="Freeform 16">
              <a:extLst>
                <a:ext uri="{FF2B5EF4-FFF2-40B4-BE49-F238E27FC236}">
                  <a16:creationId xmlns:a16="http://schemas.microsoft.com/office/drawing/2014/main" id="{7B28B5DF-2DA6-4E8F-817A-C1902DCD45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13" name="Freeform 16">
              <a:extLst>
                <a:ext uri="{FF2B5EF4-FFF2-40B4-BE49-F238E27FC236}">
                  <a16:creationId xmlns:a16="http://schemas.microsoft.com/office/drawing/2014/main" id="{09D7394F-F75D-4FED-8923-575F140FA2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14" name="Freeform 16">
              <a:extLst>
                <a:ext uri="{FF2B5EF4-FFF2-40B4-BE49-F238E27FC236}">
                  <a16:creationId xmlns:a16="http://schemas.microsoft.com/office/drawing/2014/main" id="{F172134A-6C32-4752-97D8-E661E6A263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15" name="Freeform 16">
              <a:extLst>
                <a:ext uri="{FF2B5EF4-FFF2-40B4-BE49-F238E27FC236}">
                  <a16:creationId xmlns:a16="http://schemas.microsoft.com/office/drawing/2014/main" id="{6CAB8EBC-D1A2-4B27-9297-ADFA1B5C1A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16" name="Freeform 16">
              <a:extLst>
                <a:ext uri="{FF2B5EF4-FFF2-40B4-BE49-F238E27FC236}">
                  <a16:creationId xmlns:a16="http://schemas.microsoft.com/office/drawing/2014/main" id="{6E5A44D5-4DED-4075-8C18-C4EE1E61AB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17" name="Freeform 16">
              <a:extLst>
                <a:ext uri="{FF2B5EF4-FFF2-40B4-BE49-F238E27FC236}">
                  <a16:creationId xmlns:a16="http://schemas.microsoft.com/office/drawing/2014/main" id="{47E67357-8F43-4716-AF36-C4D3FAD577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18" name="Freeform 16">
              <a:extLst>
                <a:ext uri="{FF2B5EF4-FFF2-40B4-BE49-F238E27FC236}">
                  <a16:creationId xmlns:a16="http://schemas.microsoft.com/office/drawing/2014/main" id="{CDB9D3D1-A9FF-4CC6-B6AD-51D73FCAE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19" name="Freeform 16">
              <a:extLst>
                <a:ext uri="{FF2B5EF4-FFF2-40B4-BE49-F238E27FC236}">
                  <a16:creationId xmlns:a16="http://schemas.microsoft.com/office/drawing/2014/main" id="{B1C55A0F-DE6D-4BE9-B90E-6857701710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20" name="Freeform 16">
              <a:extLst>
                <a:ext uri="{FF2B5EF4-FFF2-40B4-BE49-F238E27FC236}">
                  <a16:creationId xmlns:a16="http://schemas.microsoft.com/office/drawing/2014/main" id="{6627EE65-8BCE-41D8-BE30-34A95B9424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21" name="Freeform 16">
              <a:extLst>
                <a:ext uri="{FF2B5EF4-FFF2-40B4-BE49-F238E27FC236}">
                  <a16:creationId xmlns:a16="http://schemas.microsoft.com/office/drawing/2014/main" id="{FA999AE1-300A-4580-A684-3752E1FB0E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22" name="Freeform 16">
              <a:extLst>
                <a:ext uri="{FF2B5EF4-FFF2-40B4-BE49-F238E27FC236}">
                  <a16:creationId xmlns:a16="http://schemas.microsoft.com/office/drawing/2014/main" id="{9BB492A4-E274-4551-A97A-AD8A2538EB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23" name="Freeform 16">
              <a:extLst>
                <a:ext uri="{FF2B5EF4-FFF2-40B4-BE49-F238E27FC236}">
                  <a16:creationId xmlns:a16="http://schemas.microsoft.com/office/drawing/2014/main" id="{CBF53111-DF01-47C3-8596-B57862E0C3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24" name="Freeform 16">
              <a:extLst>
                <a:ext uri="{FF2B5EF4-FFF2-40B4-BE49-F238E27FC236}">
                  <a16:creationId xmlns:a16="http://schemas.microsoft.com/office/drawing/2014/main" id="{C53F7DDB-439E-47C6-90BD-B22EA9B7CD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25" name="Freeform 16">
              <a:extLst>
                <a:ext uri="{FF2B5EF4-FFF2-40B4-BE49-F238E27FC236}">
                  <a16:creationId xmlns:a16="http://schemas.microsoft.com/office/drawing/2014/main" id="{81E7F6E6-2542-47E1-AE43-9B182D3758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26" name="Freeform 16">
              <a:extLst>
                <a:ext uri="{FF2B5EF4-FFF2-40B4-BE49-F238E27FC236}">
                  <a16:creationId xmlns:a16="http://schemas.microsoft.com/office/drawing/2014/main" id="{E777532A-71A5-494B-820C-48C05EC74C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27" name="Freeform 16">
              <a:extLst>
                <a:ext uri="{FF2B5EF4-FFF2-40B4-BE49-F238E27FC236}">
                  <a16:creationId xmlns:a16="http://schemas.microsoft.com/office/drawing/2014/main" id="{70329985-9DF6-417E-8BE0-929232945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28" name="Freeform 16">
              <a:extLst>
                <a:ext uri="{FF2B5EF4-FFF2-40B4-BE49-F238E27FC236}">
                  <a16:creationId xmlns:a16="http://schemas.microsoft.com/office/drawing/2014/main" id="{00252936-908A-4F1A-B1D6-E291EDBA6E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29" name="Freeform 16">
              <a:extLst>
                <a:ext uri="{FF2B5EF4-FFF2-40B4-BE49-F238E27FC236}">
                  <a16:creationId xmlns:a16="http://schemas.microsoft.com/office/drawing/2014/main" id="{1614E059-CFCA-409A-8521-5A7B0CD0E4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30" name="Freeform 16">
              <a:extLst>
                <a:ext uri="{FF2B5EF4-FFF2-40B4-BE49-F238E27FC236}">
                  <a16:creationId xmlns:a16="http://schemas.microsoft.com/office/drawing/2014/main" id="{D67A4711-AC1A-4F94-B614-DDA70F4AB3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31" name="Freeform 16">
              <a:extLst>
                <a:ext uri="{FF2B5EF4-FFF2-40B4-BE49-F238E27FC236}">
                  <a16:creationId xmlns:a16="http://schemas.microsoft.com/office/drawing/2014/main" id="{7AC93D6D-B965-4CFB-82B3-C2F8189DD7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32" name="Freeform 16">
              <a:extLst>
                <a:ext uri="{FF2B5EF4-FFF2-40B4-BE49-F238E27FC236}">
                  <a16:creationId xmlns:a16="http://schemas.microsoft.com/office/drawing/2014/main" id="{00CA144B-A572-487C-B67D-E0784F6971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33" name="Freeform 16">
              <a:extLst>
                <a:ext uri="{FF2B5EF4-FFF2-40B4-BE49-F238E27FC236}">
                  <a16:creationId xmlns:a16="http://schemas.microsoft.com/office/drawing/2014/main" id="{E1487B58-3826-42D4-A325-3E4E0478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34" name="Freeform 16">
              <a:extLst>
                <a:ext uri="{FF2B5EF4-FFF2-40B4-BE49-F238E27FC236}">
                  <a16:creationId xmlns:a16="http://schemas.microsoft.com/office/drawing/2014/main" id="{3C65D50D-4B63-4F19-93C9-926E0DA625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69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35" name="Freeform 16">
              <a:extLst>
                <a:ext uri="{FF2B5EF4-FFF2-40B4-BE49-F238E27FC236}">
                  <a16:creationId xmlns:a16="http://schemas.microsoft.com/office/drawing/2014/main" id="{91A9FD33-BBFB-4EB4-B633-06A023CB60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60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36" name="Freeform 16">
              <a:extLst>
                <a:ext uri="{FF2B5EF4-FFF2-40B4-BE49-F238E27FC236}">
                  <a16:creationId xmlns:a16="http://schemas.microsoft.com/office/drawing/2014/main" id="{8A25449F-C96E-43A9-BE7E-8415CB8CA9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50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37" name="Freeform 16">
              <a:extLst>
                <a:ext uri="{FF2B5EF4-FFF2-40B4-BE49-F238E27FC236}">
                  <a16:creationId xmlns:a16="http://schemas.microsoft.com/office/drawing/2014/main" id="{E852D294-5AE3-4C12-AE2F-1361C06DF2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2441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38" name="Freeform 16">
              <a:extLst>
                <a:ext uri="{FF2B5EF4-FFF2-40B4-BE49-F238E27FC236}">
                  <a16:creationId xmlns:a16="http://schemas.microsoft.com/office/drawing/2014/main" id="{D75B22CF-07E7-4A6F-B17D-758BBE5538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7831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39" name="Freeform 16">
              <a:extLst>
                <a:ext uri="{FF2B5EF4-FFF2-40B4-BE49-F238E27FC236}">
                  <a16:creationId xmlns:a16="http://schemas.microsoft.com/office/drawing/2014/main" id="{45BB4DE2-44BF-43BF-9C16-259FA34503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222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40" name="Freeform 16">
              <a:extLst>
                <a:ext uri="{FF2B5EF4-FFF2-40B4-BE49-F238E27FC236}">
                  <a16:creationId xmlns:a16="http://schemas.microsoft.com/office/drawing/2014/main" id="{9082519B-328F-4D85-9648-AA99F35AF4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13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41" name="Freeform 16">
              <a:extLst>
                <a:ext uri="{FF2B5EF4-FFF2-40B4-BE49-F238E27FC236}">
                  <a16:creationId xmlns:a16="http://schemas.microsoft.com/office/drawing/2014/main" id="{D9C1B58C-398E-452F-88B1-1E2D056BC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003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42" name="Freeform 16">
              <a:extLst>
                <a:ext uri="{FF2B5EF4-FFF2-40B4-BE49-F238E27FC236}">
                  <a16:creationId xmlns:a16="http://schemas.microsoft.com/office/drawing/2014/main" id="{1215C438-62B6-48E8-93BD-2400CE7DCB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394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43" name="Freeform 16">
              <a:extLst>
                <a:ext uri="{FF2B5EF4-FFF2-40B4-BE49-F238E27FC236}">
                  <a16:creationId xmlns:a16="http://schemas.microsoft.com/office/drawing/2014/main" id="{74287A1C-61DC-4764-AD91-0D8AE5D32F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4784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44" name="Freeform 16">
              <a:extLst>
                <a:ext uri="{FF2B5EF4-FFF2-40B4-BE49-F238E27FC236}">
                  <a16:creationId xmlns:a16="http://schemas.microsoft.com/office/drawing/2014/main" id="{935F5F69-3B06-47EE-8A58-9EFC1B83E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175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45" name="Freeform 16">
              <a:extLst>
                <a:ext uri="{FF2B5EF4-FFF2-40B4-BE49-F238E27FC236}">
                  <a16:creationId xmlns:a16="http://schemas.microsoft.com/office/drawing/2014/main" id="{1101FFF9-CF37-4721-8186-544775DE50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566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46" name="Freeform 16">
              <a:extLst>
                <a:ext uri="{FF2B5EF4-FFF2-40B4-BE49-F238E27FC236}">
                  <a16:creationId xmlns:a16="http://schemas.microsoft.com/office/drawing/2014/main" id="{DA07B02B-AB92-4E6D-BE68-38C0C55A70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956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47" name="Freeform 16">
              <a:extLst>
                <a:ext uri="{FF2B5EF4-FFF2-40B4-BE49-F238E27FC236}">
                  <a16:creationId xmlns:a16="http://schemas.microsoft.com/office/drawing/2014/main" id="{5C7F6697-9CF8-4C52-8134-856F37E69B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47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48" name="Freeform 16">
              <a:extLst>
                <a:ext uri="{FF2B5EF4-FFF2-40B4-BE49-F238E27FC236}">
                  <a16:creationId xmlns:a16="http://schemas.microsoft.com/office/drawing/2014/main" id="{71AE8640-CA8D-45ED-B293-E41C04107B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37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49" name="Freeform 16">
              <a:extLst>
                <a:ext uri="{FF2B5EF4-FFF2-40B4-BE49-F238E27FC236}">
                  <a16:creationId xmlns:a16="http://schemas.microsoft.com/office/drawing/2014/main" id="{63C196AF-4D4C-4362-BDBF-EC89D3AF7E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128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50" name="Freeform 16">
              <a:extLst>
                <a:ext uri="{FF2B5EF4-FFF2-40B4-BE49-F238E27FC236}">
                  <a16:creationId xmlns:a16="http://schemas.microsoft.com/office/drawing/2014/main" id="{ACA5D87D-1923-4B8B-9B95-C833F20B3F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9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51" name="Freeform 16">
              <a:extLst>
                <a:ext uri="{FF2B5EF4-FFF2-40B4-BE49-F238E27FC236}">
                  <a16:creationId xmlns:a16="http://schemas.microsoft.com/office/drawing/2014/main" id="{5168EF6E-C030-46F7-940B-B2259B19D5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7909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52" name="Freeform 16">
              <a:extLst>
                <a:ext uri="{FF2B5EF4-FFF2-40B4-BE49-F238E27FC236}">
                  <a16:creationId xmlns:a16="http://schemas.microsoft.com/office/drawing/2014/main" id="{A141EFDE-9FF6-4BED-B3E7-F887DDD960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300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53" name="Freeform 16">
              <a:extLst>
                <a:ext uri="{FF2B5EF4-FFF2-40B4-BE49-F238E27FC236}">
                  <a16:creationId xmlns:a16="http://schemas.microsoft.com/office/drawing/2014/main" id="{F1BD7350-6598-41F6-9255-7CC3E31388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8690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54" name="Freeform 16">
              <a:extLst>
                <a:ext uri="{FF2B5EF4-FFF2-40B4-BE49-F238E27FC236}">
                  <a16:creationId xmlns:a16="http://schemas.microsoft.com/office/drawing/2014/main" id="{22AC9D57-87D8-4EB4-9431-D6A909D9B3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081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55" name="Freeform 16">
              <a:extLst>
                <a:ext uri="{FF2B5EF4-FFF2-40B4-BE49-F238E27FC236}">
                  <a16:creationId xmlns:a16="http://schemas.microsoft.com/office/drawing/2014/main" id="{5E5F28C9-581C-4582-AFD5-64DAF5C058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72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A3946BBE-EEEB-45AB-8953-28E740687D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862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57" name="Freeform 16">
              <a:extLst>
                <a:ext uri="{FF2B5EF4-FFF2-40B4-BE49-F238E27FC236}">
                  <a16:creationId xmlns:a16="http://schemas.microsoft.com/office/drawing/2014/main" id="{6CBC4E02-AAC1-4F30-A6A1-640557D976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253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58" name="Freeform 16">
              <a:extLst>
                <a:ext uri="{FF2B5EF4-FFF2-40B4-BE49-F238E27FC236}">
                  <a16:creationId xmlns:a16="http://schemas.microsoft.com/office/drawing/2014/main" id="{B048D2CD-AC09-4285-A6D5-6EA03B3903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643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59" name="Freeform 16">
              <a:extLst>
                <a:ext uri="{FF2B5EF4-FFF2-40B4-BE49-F238E27FC236}">
                  <a16:creationId xmlns:a16="http://schemas.microsoft.com/office/drawing/2014/main" id="{15EF59CC-EAE4-472E-9711-C258CA6562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034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60" name="Freeform 16">
              <a:extLst>
                <a:ext uri="{FF2B5EF4-FFF2-40B4-BE49-F238E27FC236}">
                  <a16:creationId xmlns:a16="http://schemas.microsoft.com/office/drawing/2014/main" id="{0C37583E-F9BD-44A9-BE2D-5885FBF11A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425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61" name="Freeform 16">
              <a:extLst>
                <a:ext uri="{FF2B5EF4-FFF2-40B4-BE49-F238E27FC236}">
                  <a16:creationId xmlns:a16="http://schemas.microsoft.com/office/drawing/2014/main" id="{C8F816AA-7759-4D40-8B9F-93CE389699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815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62" name="Freeform 16">
              <a:extLst>
                <a:ext uri="{FF2B5EF4-FFF2-40B4-BE49-F238E27FC236}">
                  <a16:creationId xmlns:a16="http://schemas.microsoft.com/office/drawing/2014/main" id="{B65B9489-7839-490A-B77D-E0E3DFA52E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7206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63" name="Freeform 16">
              <a:extLst>
                <a:ext uri="{FF2B5EF4-FFF2-40B4-BE49-F238E27FC236}">
                  <a16:creationId xmlns:a16="http://schemas.microsoft.com/office/drawing/2014/main" id="{BECB7B9E-23EE-46B4-90EA-B68B9533FE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96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64" name="Freeform 16">
              <a:extLst>
                <a:ext uri="{FF2B5EF4-FFF2-40B4-BE49-F238E27FC236}">
                  <a16:creationId xmlns:a16="http://schemas.microsoft.com/office/drawing/2014/main" id="{37F81689-425B-4586-BA28-A52EA6461B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862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65" name="Freeform 16">
              <a:extLst>
                <a:ext uri="{FF2B5EF4-FFF2-40B4-BE49-F238E27FC236}">
                  <a16:creationId xmlns:a16="http://schemas.microsoft.com/office/drawing/2014/main" id="{F4E46C55-E55C-4DB9-84CB-12BA4E8360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9121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266" name="AutoShape 3">
              <a:extLst>
                <a:ext uri="{FF2B5EF4-FFF2-40B4-BE49-F238E27FC236}">
                  <a16:creationId xmlns:a16="http://schemas.microsoft.com/office/drawing/2014/main" id="{9F7F7C91-FA75-4191-AB66-8DE3A6C2C91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9912350" y="127000"/>
              <a:ext cx="400050" cy="42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B79D6001-5C23-4D4D-89FC-00A862D67E58}"/>
                </a:ext>
              </a:extLst>
            </p:cNvPr>
            <p:cNvGrpSpPr/>
            <p:nvPr/>
          </p:nvGrpSpPr>
          <p:grpSpPr>
            <a:xfrm>
              <a:off x="-664463" y="1060450"/>
              <a:ext cx="2884436" cy="4051302"/>
              <a:chOff x="-831850" y="581026"/>
              <a:chExt cx="3567113" cy="5010150"/>
            </a:xfrm>
          </p:grpSpPr>
          <p:sp>
            <p:nvSpPr>
              <p:cNvPr id="272" name="Freeform 10">
                <a:extLst>
                  <a:ext uri="{FF2B5EF4-FFF2-40B4-BE49-F238E27FC236}">
                    <a16:creationId xmlns:a16="http://schemas.microsoft.com/office/drawing/2014/main" id="{93E9F37A-6F37-4C9E-8DC1-2BE258746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831850" y="2471738"/>
                <a:ext cx="3567113" cy="3119438"/>
              </a:xfrm>
              <a:custGeom>
                <a:avLst/>
                <a:gdLst>
                  <a:gd name="T0" fmla="*/ 434 w 464"/>
                  <a:gd name="T1" fmla="*/ 406 h 406"/>
                  <a:gd name="T2" fmla="*/ 30 w 464"/>
                  <a:gd name="T3" fmla="*/ 406 h 406"/>
                  <a:gd name="T4" fmla="*/ 0 w 464"/>
                  <a:gd name="T5" fmla="*/ 376 h 406"/>
                  <a:gd name="T6" fmla="*/ 0 w 464"/>
                  <a:gd name="T7" fmla="*/ 30 h 406"/>
                  <a:gd name="T8" fmla="*/ 30 w 464"/>
                  <a:gd name="T9" fmla="*/ 0 h 406"/>
                  <a:gd name="T10" fmla="*/ 434 w 464"/>
                  <a:gd name="T11" fmla="*/ 0 h 406"/>
                  <a:gd name="T12" fmla="*/ 464 w 464"/>
                  <a:gd name="T13" fmla="*/ 30 h 406"/>
                  <a:gd name="T14" fmla="*/ 464 w 464"/>
                  <a:gd name="T15" fmla="*/ 376 h 406"/>
                  <a:gd name="T16" fmla="*/ 434 w 464"/>
                  <a:gd name="T17" fmla="*/ 406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4" h="406">
                    <a:moveTo>
                      <a:pt x="434" y="406"/>
                    </a:moveTo>
                    <a:cubicBezTo>
                      <a:pt x="30" y="406"/>
                      <a:pt x="30" y="406"/>
                      <a:pt x="30" y="406"/>
                    </a:cubicBezTo>
                    <a:cubicBezTo>
                      <a:pt x="13" y="406"/>
                      <a:pt x="0" y="393"/>
                      <a:pt x="0" y="37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34" y="0"/>
                      <a:pt x="434" y="0"/>
                      <a:pt x="434" y="0"/>
                    </a:cubicBezTo>
                    <a:cubicBezTo>
                      <a:pt x="450" y="0"/>
                      <a:pt x="464" y="14"/>
                      <a:pt x="464" y="30"/>
                    </a:cubicBezTo>
                    <a:cubicBezTo>
                      <a:pt x="464" y="376"/>
                      <a:pt x="464" y="376"/>
                      <a:pt x="464" y="376"/>
                    </a:cubicBezTo>
                    <a:cubicBezTo>
                      <a:pt x="464" y="393"/>
                      <a:pt x="450" y="406"/>
                      <a:pt x="434" y="406"/>
                    </a:cubicBezTo>
                    <a:close/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/>
              </a:p>
            </p:txBody>
          </p:sp>
          <p:sp>
            <p:nvSpPr>
              <p:cNvPr id="273" name="Freeform 11">
                <a:extLst>
                  <a:ext uri="{FF2B5EF4-FFF2-40B4-BE49-F238E27FC236}">
                    <a16:creationId xmlns:a16="http://schemas.microsoft.com/office/drawing/2014/main" id="{9622CA32-E887-4015-BE52-CE59C58A5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538" y="3262313"/>
                <a:ext cx="914400" cy="1590675"/>
              </a:xfrm>
              <a:custGeom>
                <a:avLst/>
                <a:gdLst>
                  <a:gd name="T0" fmla="*/ 119 w 119"/>
                  <a:gd name="T1" fmla="*/ 60 h 207"/>
                  <a:gd name="T2" fmla="*/ 60 w 119"/>
                  <a:gd name="T3" fmla="*/ 0 h 207"/>
                  <a:gd name="T4" fmla="*/ 0 w 119"/>
                  <a:gd name="T5" fmla="*/ 60 h 207"/>
                  <a:gd name="T6" fmla="*/ 30 w 119"/>
                  <a:gd name="T7" fmla="*/ 112 h 207"/>
                  <a:gd name="T8" fmla="*/ 11 w 119"/>
                  <a:gd name="T9" fmla="*/ 207 h 207"/>
                  <a:gd name="T10" fmla="*/ 108 w 119"/>
                  <a:gd name="T11" fmla="*/ 207 h 207"/>
                  <a:gd name="T12" fmla="*/ 89 w 119"/>
                  <a:gd name="T13" fmla="*/ 112 h 207"/>
                  <a:gd name="T14" fmla="*/ 119 w 119"/>
                  <a:gd name="T15" fmla="*/ 6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207">
                    <a:moveTo>
                      <a:pt x="119" y="60"/>
                    </a:moveTo>
                    <a:cubicBezTo>
                      <a:pt x="119" y="27"/>
                      <a:pt x="93" y="0"/>
                      <a:pt x="60" y="0"/>
                    </a:cubicBezTo>
                    <a:cubicBezTo>
                      <a:pt x="27" y="0"/>
                      <a:pt x="0" y="27"/>
                      <a:pt x="0" y="60"/>
                    </a:cubicBezTo>
                    <a:cubicBezTo>
                      <a:pt x="0" y="82"/>
                      <a:pt x="12" y="102"/>
                      <a:pt x="30" y="112"/>
                    </a:cubicBezTo>
                    <a:cubicBezTo>
                      <a:pt x="11" y="207"/>
                      <a:pt x="11" y="207"/>
                      <a:pt x="11" y="207"/>
                    </a:cubicBezTo>
                    <a:cubicBezTo>
                      <a:pt x="108" y="207"/>
                      <a:pt x="108" y="207"/>
                      <a:pt x="108" y="207"/>
                    </a:cubicBezTo>
                    <a:cubicBezTo>
                      <a:pt x="89" y="112"/>
                      <a:pt x="89" y="112"/>
                      <a:pt x="89" y="112"/>
                    </a:cubicBezTo>
                    <a:cubicBezTo>
                      <a:pt x="107" y="102"/>
                      <a:pt x="119" y="82"/>
                      <a:pt x="119" y="60"/>
                    </a:cubicBezTo>
                    <a:close/>
                  </a:path>
                </a:pathLst>
              </a:custGeom>
              <a:solidFill>
                <a:srgbClr val="920000"/>
              </a:solidFill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/>
              </a:p>
            </p:txBody>
          </p:sp>
          <p:sp>
            <p:nvSpPr>
              <p:cNvPr id="274" name="Freeform 12">
                <a:extLst>
                  <a:ext uri="{FF2B5EF4-FFF2-40B4-BE49-F238E27FC236}">
                    <a16:creationId xmlns:a16="http://schemas.microsoft.com/office/drawing/2014/main" id="{15857072-129D-4B83-AEDA-E98AD3A5A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39713" y="581026"/>
                <a:ext cx="2382838" cy="1958975"/>
              </a:xfrm>
              <a:custGeom>
                <a:avLst/>
                <a:gdLst>
                  <a:gd name="T0" fmla="*/ 0 w 310"/>
                  <a:gd name="T1" fmla="*/ 253 h 255"/>
                  <a:gd name="T2" fmla="*/ 0 w 310"/>
                  <a:gd name="T3" fmla="*/ 155 h 255"/>
                  <a:gd name="T4" fmla="*/ 155 w 310"/>
                  <a:gd name="T5" fmla="*/ 0 h 255"/>
                  <a:gd name="T6" fmla="*/ 310 w 310"/>
                  <a:gd name="T7" fmla="*/ 155 h 255"/>
                  <a:gd name="T8" fmla="*/ 310 w 310"/>
                  <a:gd name="T9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0" h="255">
                    <a:moveTo>
                      <a:pt x="0" y="253"/>
                    </a:move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69" y="0"/>
                      <a:pt x="155" y="0"/>
                    </a:cubicBezTo>
                    <a:cubicBezTo>
                      <a:pt x="240" y="0"/>
                      <a:pt x="310" y="69"/>
                      <a:pt x="310" y="155"/>
                    </a:cubicBezTo>
                    <a:cubicBezTo>
                      <a:pt x="310" y="255"/>
                      <a:pt x="310" y="255"/>
                      <a:pt x="310" y="255"/>
                    </a:cubicBezTo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/>
              </a:p>
            </p:txBody>
          </p:sp>
        </p:grp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395FD607-A9EB-4369-8C8B-71A1A9564207}"/>
                </a:ext>
              </a:extLst>
            </p:cNvPr>
            <p:cNvSpPr/>
            <p:nvPr/>
          </p:nvSpPr>
          <p:spPr>
            <a:xfrm>
              <a:off x="-1327308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CCAC69A-2B74-4981-825D-C3244AD95072}"/>
                </a:ext>
              </a:extLst>
            </p:cNvPr>
            <p:cNvSpPr/>
            <p:nvPr/>
          </p:nvSpPr>
          <p:spPr>
            <a:xfrm>
              <a:off x="10973671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660DB5A1-D3C7-4B82-A883-81AAAD318502}"/>
                </a:ext>
              </a:extLst>
            </p:cNvPr>
            <p:cNvSpPr/>
            <p:nvPr/>
          </p:nvSpPr>
          <p:spPr>
            <a:xfrm rot="16200000">
              <a:off x="5129275" y="-5934192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02F05F0F-A34E-4FE9-AFF6-B23AF6C59A1F}"/>
                </a:ext>
              </a:extLst>
            </p:cNvPr>
            <p:cNvSpPr/>
            <p:nvPr/>
          </p:nvSpPr>
          <p:spPr>
            <a:xfrm rot="16200000">
              <a:off x="5129270" y="643723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080" y="4185921"/>
            <a:ext cx="8290560" cy="656590"/>
          </a:xfrm>
        </p:spPr>
        <p:txBody>
          <a:bodyPr/>
          <a:lstStyle>
            <a:lvl1pPr algn="l">
              <a:defRPr sz="311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180080" y="4846320"/>
            <a:ext cx="8290560" cy="583848"/>
          </a:xfrm>
        </p:spPr>
        <p:txBody>
          <a:bodyPr/>
          <a:lstStyle>
            <a:lvl1pPr marL="0" indent="0" algn="l">
              <a:buFontTx/>
              <a:buNone/>
              <a:defRPr sz="2667" b="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088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0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2199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802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338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5743860"/>
            <a:ext cx="11084560" cy="595034"/>
          </a:xfrm>
        </p:spPr>
        <p:txBody>
          <a:bodyPr anchor="ctr"/>
          <a:lstStyle>
            <a:lvl1pPr algn="ctr">
              <a:defRPr sz="311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21DED9-102A-4A26-891F-A376BFE396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3030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n object&#10;&#10;Description automatically generated">
            <a:extLst>
              <a:ext uri="{FF2B5EF4-FFF2-40B4-BE49-F238E27FC236}">
                <a16:creationId xmlns:a16="http://schemas.microsoft.com/office/drawing/2014/main" id="{DB5BC97F-BE1C-4CC1-A0F8-EF37ABD2FD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5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1_Title, Subtitle,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553720" y="734696"/>
            <a:ext cx="11084560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6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6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6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6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6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6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6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6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74167" y="2336707"/>
            <a:ext cx="11084560" cy="399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507995" marR="0" lvl="0" indent="-39510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2222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1015990" marR="0" lvl="1" indent="-38099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523985" marR="0" lvl="2" indent="-36688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1778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2031980" marR="0" lvl="3" indent="-38099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539975" marR="0" lvl="4" indent="-395107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222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3047970" marR="0" lvl="5" indent="-395107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222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555964" marR="0" lvl="6" indent="-395107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222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4063959" marR="0" lvl="7" indent="-395107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222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571954" marR="0" lvl="8" indent="-395107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222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553720" y="1314815"/>
            <a:ext cx="11084560" cy="583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507995" marR="0" lvl="0" indent="-253997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2667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1015990" marR="0" lvl="1" indent="-253997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3111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523985" marR="0" lvl="2" indent="-253997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3111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2031980" marR="0" lvl="3" indent="-253997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3111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539975" marR="0" lvl="4" indent="-253997" algn="ctr" rtl="0">
              <a:lnSpc>
                <a:spcPct val="100000"/>
              </a:lnSpc>
              <a:spcBef>
                <a:spcPts val="622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3111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3047970" marR="0" lvl="5" indent="-395107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222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555964" marR="0" lvl="6" indent="-395107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222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4063959" marR="0" lvl="7" indent="-395107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222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571954" marR="0" lvl="8" indent="-395107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222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667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719"/>
      </p:ext>
    </p:extLst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Title Slide -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55222"/>
            <a:ext cx="12192000" cy="66027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9FFCD0-CFA5-4BC7-BCE6-3E92554098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378" y="2942501"/>
            <a:ext cx="2239920" cy="784834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578722" y="1985663"/>
            <a:ext cx="9667451" cy="3795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667"/>
              </a:spcBef>
              <a:spcAft>
                <a:spcPts val="333"/>
              </a:spcAft>
              <a:buFontTx/>
              <a:buNone/>
              <a:defRPr sz="2000" b="0">
                <a:solidFill>
                  <a:schemeClr val="bg2">
                    <a:lumMod val="50000"/>
                  </a:schemeClr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535180" y="932541"/>
            <a:ext cx="9710378" cy="1092061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5111" b="1" cap="all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024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727058"/>
            <a:ext cx="11084560" cy="65659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3721" y="2346291"/>
            <a:ext cx="5494514" cy="4103912"/>
          </a:xfrm>
        </p:spPr>
        <p:txBody>
          <a:bodyPr/>
          <a:lstStyle>
            <a:lvl1pPr marL="257525" indent="-257525">
              <a:buSzPct val="100000"/>
              <a:buFontTx/>
              <a:buBlip>
                <a:blip r:embed="rId2"/>
              </a:buBlip>
              <a:defRPr sz="2667" b="0">
                <a:solidFill>
                  <a:schemeClr val="bg1"/>
                </a:solidFill>
              </a:defRPr>
            </a:lvl1pPr>
            <a:lvl2pPr marL="892519" indent="-257525">
              <a:buSzPct val="100000"/>
              <a:buFontTx/>
              <a:buBlip>
                <a:blip r:embed="rId2"/>
              </a:buBlip>
              <a:defRPr sz="2222" b="0">
                <a:solidFill>
                  <a:schemeClr val="bg1"/>
                </a:solidFill>
              </a:defRPr>
            </a:lvl2pPr>
            <a:lvl3pPr marL="1395223" indent="-185207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3pPr>
            <a:lvl4pPr marL="1972008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4pPr>
            <a:lvl5pPr marL="2353004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3767" y="2346291"/>
            <a:ext cx="5494513" cy="4103912"/>
          </a:xfrm>
        </p:spPr>
        <p:txBody>
          <a:bodyPr/>
          <a:lstStyle>
            <a:lvl1pPr marL="257525" indent="-257525">
              <a:buSzPct val="100000"/>
              <a:buFontTx/>
              <a:buBlip>
                <a:blip r:embed="rId2"/>
              </a:buBlip>
              <a:defRPr sz="2667" b="0">
                <a:solidFill>
                  <a:schemeClr val="bg1"/>
                </a:solidFill>
              </a:defRPr>
            </a:lvl1pPr>
            <a:lvl2pPr marL="892519" indent="-257525">
              <a:buSzPct val="100000"/>
              <a:buFontTx/>
              <a:buBlip>
                <a:blip r:embed="rId2"/>
              </a:buBlip>
              <a:defRPr sz="2222" b="0">
                <a:solidFill>
                  <a:schemeClr val="bg1"/>
                </a:solidFill>
              </a:defRPr>
            </a:lvl2pPr>
            <a:lvl3pPr marL="1395223" indent="-185207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3pPr>
            <a:lvl4pPr marL="1972008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4pPr>
            <a:lvl5pPr marL="2353004" indent="-253997"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3720" y="1311743"/>
            <a:ext cx="11084560" cy="583848"/>
          </a:xfrm>
        </p:spPr>
        <p:txBody>
          <a:bodyPr/>
          <a:lstStyle>
            <a:lvl1pPr marL="0" indent="0" algn="ctr">
              <a:buFontTx/>
              <a:buNone/>
              <a:defRPr sz="2667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634994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016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011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007" indent="0" algn="ctr">
              <a:buFontTx/>
              <a:buNone/>
              <a:defRPr sz="3111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140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764AE4-97B7-4C45-A0D0-BEE3BA17B70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46E4A-4011-49A2-955F-F689C05DCB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DE1DF3-9BB4-4DC8-8A61-394EC1805CC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87F1F-4ACA-4D48-ACDC-152646CBD1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20" y="3100706"/>
            <a:ext cx="11084560" cy="65659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36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56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4AD43F-13A9-569F-3DD8-926BB472D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CD6E9-BA24-FF7E-8797-F17BAD8EF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3711B-4CA8-E473-F9FF-8084D9B00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E7736-5FD0-4415-88D1-B516166F9A5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D56-27F6-18A1-9C68-B1BB50B2B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39752-54D6-1BE5-B72B-9FA629D9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5D5A9-47E7-4029-9600-2BB79491E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70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5271" y="726147"/>
            <a:ext cx="11081461" cy="656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4892" y="2224853"/>
            <a:ext cx="11054368" cy="4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9214B-99AB-46ED-9864-662329C3618F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6464" y="6428244"/>
            <a:ext cx="645209" cy="22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45811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4000" b="1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5pPr>
      <a:lvl6pPr marL="507995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6pPr>
      <a:lvl7pPr marL="1015990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7pPr>
      <a:lvl8pPr marL="1523985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8pPr>
      <a:lvl9pPr marL="2031980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2222" b="0">
          <a:solidFill>
            <a:schemeClr val="bg1"/>
          </a:solidFill>
          <a:latin typeface="Trebuchet MS" pitchFamily="34" charset="0"/>
          <a:ea typeface="+mn-ea"/>
          <a:cs typeface="+mn-cs"/>
        </a:defRPr>
      </a:lvl1pPr>
      <a:lvl2pPr marL="634994" indent="0" algn="l" rtl="0" fontAlgn="base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2000" b="0">
          <a:solidFill>
            <a:schemeClr val="bg1"/>
          </a:solidFill>
          <a:latin typeface="Trebuchet MS" pitchFamily="34" charset="0"/>
        </a:defRPr>
      </a:lvl2pPr>
      <a:lvl3pPr marL="1210016" indent="0" algn="l" rtl="0" fontAlgn="base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1778" b="0">
          <a:solidFill>
            <a:schemeClr val="bg1"/>
          </a:solidFill>
          <a:latin typeface="Trebuchet MS" pitchFamily="34" charset="0"/>
        </a:defRPr>
      </a:lvl3pPr>
      <a:lvl4pPr marL="1972008" indent="-253997" algn="l" rtl="0" fontAlgn="base">
        <a:spcBef>
          <a:spcPct val="20000"/>
        </a:spcBef>
        <a:spcAft>
          <a:spcPct val="0"/>
        </a:spcAft>
        <a:buChar char="–"/>
        <a:defRPr sz="2222">
          <a:solidFill>
            <a:schemeClr val="bg1"/>
          </a:solidFill>
          <a:latin typeface="+mn-lt"/>
        </a:defRPr>
      </a:lvl4pPr>
      <a:lvl5pPr marL="2353004" indent="-253997" algn="l" rtl="0" fontAlgn="base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5pPr>
      <a:lvl6pPr marL="2860999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6pPr>
      <a:lvl7pPr marL="3368994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7pPr>
      <a:lvl8pPr marL="3876989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8pPr>
      <a:lvl9pPr marL="4384984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99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99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98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98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97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97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964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959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5271" y="726147"/>
            <a:ext cx="11081461" cy="656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4892" y="2224853"/>
            <a:ext cx="11054368" cy="4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9214B-99AB-46ED-9864-662329C3618F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6464" y="6428244"/>
            <a:ext cx="645209" cy="2292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C6A126-966E-40F4-93F7-1EA4FD4EAE9F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6464" y="6428244"/>
            <a:ext cx="645209" cy="22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68791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5pPr>
      <a:lvl6pPr marL="507995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6pPr>
      <a:lvl7pPr marL="1015990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7pPr>
      <a:lvl8pPr marL="1523985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8pPr>
      <a:lvl9pPr marL="2031980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2222" b="0">
          <a:solidFill>
            <a:schemeClr val="bg1"/>
          </a:solidFill>
          <a:latin typeface="Trebuchet MS" pitchFamily="34" charset="0"/>
          <a:ea typeface="+mn-ea"/>
          <a:cs typeface="+mn-cs"/>
        </a:defRPr>
      </a:lvl1pPr>
      <a:lvl2pPr marL="634994" indent="0" algn="l" rtl="0" eaLnBrk="1" fontAlgn="base" hangingPunct="1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2000" b="0">
          <a:solidFill>
            <a:schemeClr val="bg1"/>
          </a:solidFill>
          <a:latin typeface="Trebuchet MS" pitchFamily="34" charset="0"/>
        </a:defRPr>
      </a:lvl2pPr>
      <a:lvl3pPr marL="1210016" indent="0" algn="l" rtl="0" eaLnBrk="1" fontAlgn="base" hangingPunct="1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1778" b="0">
          <a:solidFill>
            <a:schemeClr val="bg1"/>
          </a:solidFill>
          <a:latin typeface="Trebuchet MS" pitchFamily="34" charset="0"/>
        </a:defRPr>
      </a:lvl3pPr>
      <a:lvl4pPr marL="1972008" indent="-253997" algn="l" rtl="0" eaLnBrk="1" fontAlgn="base" hangingPunct="1">
        <a:spcBef>
          <a:spcPct val="20000"/>
        </a:spcBef>
        <a:spcAft>
          <a:spcPct val="0"/>
        </a:spcAft>
        <a:buChar char="–"/>
        <a:defRPr sz="2222">
          <a:solidFill>
            <a:schemeClr val="bg1"/>
          </a:solidFill>
          <a:latin typeface="+mn-lt"/>
        </a:defRPr>
      </a:lvl4pPr>
      <a:lvl5pPr marL="2353004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5pPr>
      <a:lvl6pPr marL="2860999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6pPr>
      <a:lvl7pPr marL="3368994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7pPr>
      <a:lvl8pPr marL="3876989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8pPr>
      <a:lvl9pPr marL="4384984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99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99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98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98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97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97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964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959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5271" y="726147"/>
            <a:ext cx="11081461" cy="656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4892" y="2224853"/>
            <a:ext cx="11054368" cy="4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0846949" y="6479175"/>
            <a:ext cx="356697" cy="17960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 algn="r"/>
            <a:fld id="{9EF62655-870B-4C06-BC3D-C67D37BAE36D}" type="slidenum">
              <a:rPr lang="en-US" sz="944" kern="1200" smtClean="0">
                <a:solidFill>
                  <a:schemeClr val="accent4"/>
                </a:solidFill>
                <a:latin typeface="Trebuchet MS" panose="020B0603020202020204" pitchFamily="34" charset="0"/>
                <a:ea typeface="MS PGothic" pitchFamily="34" charset="-128"/>
                <a:cs typeface="+mn-cs"/>
              </a:rPr>
              <a:pPr algn="r"/>
              <a:t>‹#›</a:t>
            </a:fld>
            <a:r>
              <a:rPr lang="en-US" sz="1167" cap="none" baseline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US" sz="1167" cap="none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" name="Group 4"/>
          <p:cNvGrpSpPr/>
          <p:nvPr userDrawn="1"/>
        </p:nvGrpSpPr>
        <p:grpSpPr>
          <a:xfrm>
            <a:off x="11281895" y="6518237"/>
            <a:ext cx="648336" cy="119757"/>
            <a:chOff x="677492" y="-1417931"/>
            <a:chExt cx="3154606" cy="582700"/>
          </a:xfrm>
        </p:grpSpPr>
        <p:sp>
          <p:nvSpPr>
            <p:cNvPr id="6" name="Freeform 5"/>
            <p:cNvSpPr>
              <a:spLocks noEditPoints="1"/>
            </p:cNvSpPr>
            <p:nvPr userDrawn="1"/>
          </p:nvSpPr>
          <p:spPr bwMode="auto">
            <a:xfrm>
              <a:off x="3761772" y="-980905"/>
              <a:ext cx="70326" cy="68652"/>
            </a:xfrm>
            <a:custGeom>
              <a:avLst/>
              <a:gdLst>
                <a:gd name="T0" fmla="*/ 36 w 87"/>
                <a:gd name="T1" fmla="*/ 37 h 83"/>
                <a:gd name="T2" fmla="*/ 36 w 87"/>
                <a:gd name="T3" fmla="*/ 26 h 83"/>
                <a:gd name="T4" fmla="*/ 43 w 87"/>
                <a:gd name="T5" fmla="*/ 26 h 83"/>
                <a:gd name="T6" fmla="*/ 52 w 87"/>
                <a:gd name="T7" fmla="*/ 31 h 83"/>
                <a:gd name="T8" fmla="*/ 45 w 87"/>
                <a:gd name="T9" fmla="*/ 37 h 83"/>
                <a:gd name="T10" fmla="*/ 36 w 87"/>
                <a:gd name="T11" fmla="*/ 37 h 83"/>
                <a:gd name="T12" fmla="*/ 36 w 87"/>
                <a:gd name="T13" fmla="*/ 45 h 83"/>
                <a:gd name="T14" fmla="*/ 41 w 87"/>
                <a:gd name="T15" fmla="*/ 45 h 83"/>
                <a:gd name="T16" fmla="*/ 52 w 87"/>
                <a:gd name="T17" fmla="*/ 63 h 83"/>
                <a:gd name="T18" fmla="*/ 63 w 87"/>
                <a:gd name="T19" fmla="*/ 63 h 83"/>
                <a:gd name="T20" fmla="*/ 52 w 87"/>
                <a:gd name="T21" fmla="*/ 44 h 83"/>
                <a:gd name="T22" fmla="*/ 63 w 87"/>
                <a:gd name="T23" fmla="*/ 32 h 83"/>
                <a:gd name="T24" fmla="*/ 44 w 87"/>
                <a:gd name="T25" fmla="*/ 19 h 83"/>
                <a:gd name="T26" fmla="*/ 26 w 87"/>
                <a:gd name="T27" fmla="*/ 19 h 83"/>
                <a:gd name="T28" fmla="*/ 26 w 87"/>
                <a:gd name="T29" fmla="*/ 63 h 83"/>
                <a:gd name="T30" fmla="*/ 36 w 87"/>
                <a:gd name="T31" fmla="*/ 63 h 83"/>
                <a:gd name="T32" fmla="*/ 36 w 87"/>
                <a:gd name="T33" fmla="*/ 45 h 83"/>
                <a:gd name="T34" fmla="*/ 87 w 87"/>
                <a:gd name="T35" fmla="*/ 41 h 83"/>
                <a:gd name="T36" fmla="*/ 44 w 87"/>
                <a:gd name="T37" fmla="*/ 0 h 83"/>
                <a:gd name="T38" fmla="*/ 0 w 87"/>
                <a:gd name="T39" fmla="*/ 41 h 83"/>
                <a:gd name="T40" fmla="*/ 44 w 87"/>
                <a:gd name="T41" fmla="*/ 83 h 83"/>
                <a:gd name="T42" fmla="*/ 87 w 87"/>
                <a:gd name="T43" fmla="*/ 41 h 83"/>
                <a:gd name="T44" fmla="*/ 74 w 87"/>
                <a:gd name="T45" fmla="*/ 41 h 83"/>
                <a:gd name="T46" fmla="*/ 44 w 87"/>
                <a:gd name="T47" fmla="*/ 73 h 83"/>
                <a:gd name="T48" fmla="*/ 44 w 87"/>
                <a:gd name="T49" fmla="*/ 73 h 83"/>
                <a:gd name="T50" fmla="*/ 13 w 87"/>
                <a:gd name="T51" fmla="*/ 41 h 83"/>
                <a:gd name="T52" fmla="*/ 44 w 87"/>
                <a:gd name="T53" fmla="*/ 9 h 83"/>
                <a:gd name="T54" fmla="*/ 74 w 87"/>
                <a:gd name="T55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7" h="83">
                  <a:moveTo>
                    <a:pt x="36" y="37"/>
                  </a:moveTo>
                  <a:cubicBezTo>
                    <a:pt x="36" y="26"/>
                    <a:pt x="36" y="26"/>
                    <a:pt x="36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7" y="26"/>
                    <a:pt x="52" y="27"/>
                    <a:pt x="52" y="31"/>
                  </a:cubicBezTo>
                  <a:cubicBezTo>
                    <a:pt x="52" y="36"/>
                    <a:pt x="50" y="37"/>
                    <a:pt x="45" y="37"/>
                  </a:cubicBezTo>
                  <a:cubicBezTo>
                    <a:pt x="36" y="37"/>
                    <a:pt x="36" y="37"/>
                    <a:pt x="36" y="37"/>
                  </a:cubicBezTo>
                  <a:moveTo>
                    <a:pt x="36" y="45"/>
                  </a:moveTo>
                  <a:cubicBezTo>
                    <a:pt x="41" y="45"/>
                    <a:pt x="41" y="45"/>
                    <a:pt x="41" y="45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63" y="63"/>
                    <a:pt x="63" y="63"/>
                    <a:pt x="63" y="63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8" y="43"/>
                    <a:pt x="63" y="41"/>
                    <a:pt x="63" y="32"/>
                  </a:cubicBezTo>
                  <a:cubicBezTo>
                    <a:pt x="63" y="22"/>
                    <a:pt x="56" y="19"/>
                    <a:pt x="44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45"/>
                    <a:pt x="36" y="45"/>
                    <a:pt x="36" y="45"/>
                  </a:cubicBezTo>
                  <a:moveTo>
                    <a:pt x="87" y="41"/>
                  </a:moveTo>
                  <a:cubicBezTo>
                    <a:pt x="87" y="15"/>
                    <a:pt x="66" y="0"/>
                    <a:pt x="44" y="0"/>
                  </a:cubicBezTo>
                  <a:cubicBezTo>
                    <a:pt x="21" y="0"/>
                    <a:pt x="0" y="15"/>
                    <a:pt x="0" y="41"/>
                  </a:cubicBezTo>
                  <a:cubicBezTo>
                    <a:pt x="0" y="67"/>
                    <a:pt x="21" y="83"/>
                    <a:pt x="44" y="83"/>
                  </a:cubicBezTo>
                  <a:cubicBezTo>
                    <a:pt x="66" y="83"/>
                    <a:pt x="87" y="67"/>
                    <a:pt x="87" y="41"/>
                  </a:cubicBezTo>
                  <a:moveTo>
                    <a:pt x="74" y="41"/>
                  </a:moveTo>
                  <a:cubicBezTo>
                    <a:pt x="74" y="60"/>
                    <a:pt x="60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26" y="73"/>
                    <a:pt x="13" y="60"/>
                    <a:pt x="13" y="41"/>
                  </a:cubicBezTo>
                  <a:cubicBezTo>
                    <a:pt x="13" y="22"/>
                    <a:pt x="26" y="9"/>
                    <a:pt x="44" y="9"/>
                  </a:cubicBezTo>
                  <a:cubicBezTo>
                    <a:pt x="60" y="9"/>
                    <a:pt x="74" y="22"/>
                    <a:pt x="74" y="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7" name="Freeform 6"/>
            <p:cNvSpPr>
              <a:spLocks noEditPoints="1"/>
            </p:cNvSpPr>
            <p:nvPr userDrawn="1"/>
          </p:nvSpPr>
          <p:spPr bwMode="auto">
            <a:xfrm>
              <a:off x="1700563" y="-1309093"/>
              <a:ext cx="2039443" cy="385118"/>
            </a:xfrm>
            <a:custGeom>
              <a:avLst/>
              <a:gdLst>
                <a:gd name="T0" fmla="*/ 1048 w 2520"/>
                <a:gd name="T1" fmla="*/ 0 h 472"/>
                <a:gd name="T2" fmla="*/ 1048 w 2520"/>
                <a:gd name="T3" fmla="*/ 472 h 472"/>
                <a:gd name="T4" fmla="*/ 1181 w 2520"/>
                <a:gd name="T5" fmla="*/ 472 h 472"/>
                <a:gd name="T6" fmla="*/ 1181 w 2520"/>
                <a:gd name="T7" fmla="*/ 0 h 472"/>
                <a:gd name="T8" fmla="*/ 1048 w 2520"/>
                <a:gd name="T9" fmla="*/ 0 h 472"/>
                <a:gd name="T10" fmla="*/ 0 w 2520"/>
                <a:gd name="T11" fmla="*/ 0 h 472"/>
                <a:gd name="T12" fmla="*/ 0 w 2520"/>
                <a:gd name="T13" fmla="*/ 472 h 472"/>
                <a:gd name="T14" fmla="*/ 134 w 2520"/>
                <a:gd name="T15" fmla="*/ 472 h 472"/>
                <a:gd name="T16" fmla="*/ 134 w 2520"/>
                <a:gd name="T17" fmla="*/ 105 h 472"/>
                <a:gd name="T18" fmla="*/ 239 w 2520"/>
                <a:gd name="T19" fmla="*/ 106 h 472"/>
                <a:gd name="T20" fmla="*/ 314 w 2520"/>
                <a:gd name="T21" fmla="*/ 132 h 472"/>
                <a:gd name="T22" fmla="*/ 344 w 2520"/>
                <a:gd name="T23" fmla="*/ 257 h 472"/>
                <a:gd name="T24" fmla="*/ 344 w 2520"/>
                <a:gd name="T25" fmla="*/ 472 h 472"/>
                <a:gd name="T26" fmla="*/ 474 w 2520"/>
                <a:gd name="T27" fmla="*/ 472 h 472"/>
                <a:gd name="T28" fmla="*/ 474 w 2520"/>
                <a:gd name="T29" fmla="*/ 211 h 472"/>
                <a:gd name="T30" fmla="*/ 239 w 2520"/>
                <a:gd name="T31" fmla="*/ 0 h 472"/>
                <a:gd name="T32" fmla="*/ 0 w 2520"/>
                <a:gd name="T33" fmla="*/ 0 h 472"/>
                <a:gd name="T34" fmla="*/ 1262 w 2520"/>
                <a:gd name="T35" fmla="*/ 0 h 472"/>
                <a:gd name="T36" fmla="*/ 1262 w 2520"/>
                <a:gd name="T37" fmla="*/ 472 h 472"/>
                <a:gd name="T38" fmla="*/ 1479 w 2520"/>
                <a:gd name="T39" fmla="*/ 472 h 472"/>
                <a:gd name="T40" fmla="*/ 1672 w 2520"/>
                <a:gd name="T41" fmla="*/ 410 h 472"/>
                <a:gd name="T42" fmla="*/ 1719 w 2520"/>
                <a:gd name="T43" fmla="*/ 242 h 472"/>
                <a:gd name="T44" fmla="*/ 1676 w 2520"/>
                <a:gd name="T45" fmla="*/ 79 h 472"/>
                <a:gd name="T46" fmla="*/ 1449 w 2520"/>
                <a:gd name="T47" fmla="*/ 0 h 472"/>
                <a:gd name="T48" fmla="*/ 1262 w 2520"/>
                <a:gd name="T49" fmla="*/ 0 h 472"/>
                <a:gd name="T50" fmla="*/ 1395 w 2520"/>
                <a:gd name="T51" fmla="*/ 103 h 472"/>
                <a:gd name="T52" fmla="*/ 1452 w 2520"/>
                <a:gd name="T53" fmla="*/ 103 h 472"/>
                <a:gd name="T54" fmla="*/ 1589 w 2520"/>
                <a:gd name="T55" fmla="*/ 237 h 472"/>
                <a:gd name="T56" fmla="*/ 1452 w 2520"/>
                <a:gd name="T57" fmla="*/ 372 h 472"/>
                <a:gd name="T58" fmla="*/ 1395 w 2520"/>
                <a:gd name="T59" fmla="*/ 372 h 472"/>
                <a:gd name="T60" fmla="*/ 1395 w 2520"/>
                <a:gd name="T61" fmla="*/ 103 h 472"/>
                <a:gd name="T62" fmla="*/ 856 w 2520"/>
                <a:gd name="T63" fmla="*/ 0 h 472"/>
                <a:gd name="T64" fmla="*/ 745 w 2520"/>
                <a:gd name="T65" fmla="*/ 374 h 472"/>
                <a:gd name="T66" fmla="*/ 638 w 2520"/>
                <a:gd name="T67" fmla="*/ 0 h 472"/>
                <a:gd name="T68" fmla="*/ 494 w 2520"/>
                <a:gd name="T69" fmla="*/ 0 h 472"/>
                <a:gd name="T70" fmla="*/ 646 w 2520"/>
                <a:gd name="T71" fmla="*/ 472 h 472"/>
                <a:gd name="T72" fmla="*/ 838 w 2520"/>
                <a:gd name="T73" fmla="*/ 472 h 472"/>
                <a:gd name="T74" fmla="*/ 992 w 2520"/>
                <a:gd name="T75" fmla="*/ 0 h 472"/>
                <a:gd name="T76" fmla="*/ 856 w 2520"/>
                <a:gd name="T77" fmla="*/ 0 h 472"/>
                <a:gd name="T78" fmla="*/ 1781 w 2520"/>
                <a:gd name="T79" fmla="*/ 472 h 472"/>
                <a:gd name="T80" fmla="*/ 1915 w 2520"/>
                <a:gd name="T81" fmla="*/ 472 h 472"/>
                <a:gd name="T82" fmla="*/ 1915 w 2520"/>
                <a:gd name="T83" fmla="*/ 0 h 472"/>
                <a:gd name="T84" fmla="*/ 1781 w 2520"/>
                <a:gd name="T85" fmla="*/ 0 h 472"/>
                <a:gd name="T86" fmla="*/ 1781 w 2520"/>
                <a:gd name="T87" fmla="*/ 472 h 472"/>
                <a:gd name="T88" fmla="*/ 2155 w 2520"/>
                <a:gd name="T89" fmla="*/ 1 h 472"/>
                <a:gd name="T90" fmla="*/ 1969 w 2520"/>
                <a:gd name="T91" fmla="*/ 472 h 472"/>
                <a:gd name="T92" fmla="*/ 2100 w 2520"/>
                <a:gd name="T93" fmla="*/ 472 h 472"/>
                <a:gd name="T94" fmla="*/ 2130 w 2520"/>
                <a:gd name="T95" fmla="*/ 389 h 472"/>
                <a:gd name="T96" fmla="*/ 2350 w 2520"/>
                <a:gd name="T97" fmla="*/ 389 h 472"/>
                <a:gd name="T98" fmla="*/ 2378 w 2520"/>
                <a:gd name="T99" fmla="*/ 472 h 472"/>
                <a:gd name="T100" fmla="*/ 2520 w 2520"/>
                <a:gd name="T101" fmla="*/ 472 h 472"/>
                <a:gd name="T102" fmla="*/ 2333 w 2520"/>
                <a:gd name="T103" fmla="*/ 1 h 472"/>
                <a:gd name="T104" fmla="*/ 2155 w 2520"/>
                <a:gd name="T105" fmla="*/ 1 h 472"/>
                <a:gd name="T106" fmla="*/ 2241 w 2520"/>
                <a:gd name="T107" fmla="*/ 87 h 472"/>
                <a:gd name="T108" fmla="*/ 2322 w 2520"/>
                <a:gd name="T109" fmla="*/ 307 h 472"/>
                <a:gd name="T110" fmla="*/ 2158 w 2520"/>
                <a:gd name="T111" fmla="*/ 307 h 472"/>
                <a:gd name="T112" fmla="*/ 2241 w 2520"/>
                <a:gd name="T113" fmla="*/ 87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20" h="472">
                  <a:moveTo>
                    <a:pt x="1048" y="0"/>
                  </a:moveTo>
                  <a:cubicBezTo>
                    <a:pt x="1048" y="472"/>
                    <a:pt x="1048" y="472"/>
                    <a:pt x="1048" y="472"/>
                  </a:cubicBezTo>
                  <a:cubicBezTo>
                    <a:pt x="1181" y="472"/>
                    <a:pt x="1181" y="472"/>
                    <a:pt x="1181" y="472"/>
                  </a:cubicBezTo>
                  <a:cubicBezTo>
                    <a:pt x="1181" y="0"/>
                    <a:pt x="1181" y="0"/>
                    <a:pt x="1181" y="0"/>
                  </a:cubicBezTo>
                  <a:lnTo>
                    <a:pt x="1048" y="0"/>
                  </a:lnTo>
                  <a:close/>
                  <a:moveTo>
                    <a:pt x="0" y="0"/>
                  </a:moveTo>
                  <a:cubicBezTo>
                    <a:pt x="0" y="472"/>
                    <a:pt x="0" y="472"/>
                    <a:pt x="0" y="472"/>
                  </a:cubicBezTo>
                  <a:cubicBezTo>
                    <a:pt x="134" y="472"/>
                    <a:pt x="134" y="472"/>
                    <a:pt x="134" y="472"/>
                  </a:cubicBezTo>
                  <a:cubicBezTo>
                    <a:pt x="134" y="105"/>
                    <a:pt x="134" y="105"/>
                    <a:pt x="134" y="105"/>
                  </a:cubicBezTo>
                  <a:cubicBezTo>
                    <a:pt x="239" y="106"/>
                    <a:pt x="239" y="106"/>
                    <a:pt x="239" y="106"/>
                  </a:cubicBezTo>
                  <a:cubicBezTo>
                    <a:pt x="273" y="106"/>
                    <a:pt x="297" y="114"/>
                    <a:pt x="314" y="132"/>
                  </a:cubicBezTo>
                  <a:cubicBezTo>
                    <a:pt x="335" y="154"/>
                    <a:pt x="344" y="191"/>
                    <a:pt x="344" y="257"/>
                  </a:cubicBezTo>
                  <a:cubicBezTo>
                    <a:pt x="344" y="472"/>
                    <a:pt x="344" y="472"/>
                    <a:pt x="344" y="472"/>
                  </a:cubicBezTo>
                  <a:cubicBezTo>
                    <a:pt x="474" y="472"/>
                    <a:pt x="474" y="472"/>
                    <a:pt x="474" y="472"/>
                  </a:cubicBezTo>
                  <a:cubicBezTo>
                    <a:pt x="474" y="211"/>
                    <a:pt x="474" y="211"/>
                    <a:pt x="474" y="211"/>
                  </a:cubicBezTo>
                  <a:cubicBezTo>
                    <a:pt x="474" y="25"/>
                    <a:pt x="355" y="0"/>
                    <a:pt x="239" y="0"/>
                  </a:cubicBezTo>
                  <a:lnTo>
                    <a:pt x="0" y="0"/>
                  </a:lnTo>
                  <a:close/>
                  <a:moveTo>
                    <a:pt x="1262" y="0"/>
                  </a:moveTo>
                  <a:cubicBezTo>
                    <a:pt x="1262" y="472"/>
                    <a:pt x="1262" y="472"/>
                    <a:pt x="1262" y="472"/>
                  </a:cubicBezTo>
                  <a:cubicBezTo>
                    <a:pt x="1479" y="472"/>
                    <a:pt x="1479" y="472"/>
                    <a:pt x="1479" y="472"/>
                  </a:cubicBezTo>
                  <a:cubicBezTo>
                    <a:pt x="1594" y="472"/>
                    <a:pt x="1631" y="453"/>
                    <a:pt x="1672" y="410"/>
                  </a:cubicBezTo>
                  <a:cubicBezTo>
                    <a:pt x="1701" y="380"/>
                    <a:pt x="1719" y="314"/>
                    <a:pt x="1719" y="242"/>
                  </a:cubicBezTo>
                  <a:cubicBezTo>
                    <a:pt x="1719" y="175"/>
                    <a:pt x="1704" y="116"/>
                    <a:pt x="1676" y="79"/>
                  </a:cubicBezTo>
                  <a:cubicBezTo>
                    <a:pt x="1627" y="13"/>
                    <a:pt x="1556" y="0"/>
                    <a:pt x="1449" y="0"/>
                  </a:cubicBezTo>
                  <a:lnTo>
                    <a:pt x="1262" y="0"/>
                  </a:lnTo>
                  <a:close/>
                  <a:moveTo>
                    <a:pt x="1395" y="103"/>
                  </a:moveTo>
                  <a:cubicBezTo>
                    <a:pt x="1452" y="103"/>
                    <a:pt x="1452" y="103"/>
                    <a:pt x="1452" y="103"/>
                  </a:cubicBezTo>
                  <a:cubicBezTo>
                    <a:pt x="1535" y="103"/>
                    <a:pt x="1589" y="140"/>
                    <a:pt x="1589" y="237"/>
                  </a:cubicBezTo>
                  <a:cubicBezTo>
                    <a:pt x="1589" y="334"/>
                    <a:pt x="1535" y="372"/>
                    <a:pt x="1452" y="372"/>
                  </a:cubicBezTo>
                  <a:cubicBezTo>
                    <a:pt x="1395" y="372"/>
                    <a:pt x="1395" y="372"/>
                    <a:pt x="1395" y="372"/>
                  </a:cubicBezTo>
                  <a:lnTo>
                    <a:pt x="1395" y="103"/>
                  </a:lnTo>
                  <a:close/>
                  <a:moveTo>
                    <a:pt x="856" y="0"/>
                  </a:moveTo>
                  <a:cubicBezTo>
                    <a:pt x="745" y="374"/>
                    <a:pt x="745" y="374"/>
                    <a:pt x="745" y="374"/>
                  </a:cubicBezTo>
                  <a:cubicBezTo>
                    <a:pt x="638" y="0"/>
                    <a:pt x="638" y="0"/>
                    <a:pt x="638" y="0"/>
                  </a:cubicBezTo>
                  <a:cubicBezTo>
                    <a:pt x="494" y="0"/>
                    <a:pt x="494" y="0"/>
                    <a:pt x="494" y="0"/>
                  </a:cubicBezTo>
                  <a:cubicBezTo>
                    <a:pt x="646" y="472"/>
                    <a:pt x="646" y="472"/>
                    <a:pt x="646" y="472"/>
                  </a:cubicBezTo>
                  <a:cubicBezTo>
                    <a:pt x="838" y="472"/>
                    <a:pt x="838" y="472"/>
                    <a:pt x="838" y="472"/>
                  </a:cubicBezTo>
                  <a:cubicBezTo>
                    <a:pt x="992" y="0"/>
                    <a:pt x="992" y="0"/>
                    <a:pt x="992" y="0"/>
                  </a:cubicBezTo>
                  <a:lnTo>
                    <a:pt x="856" y="0"/>
                  </a:lnTo>
                  <a:close/>
                  <a:moveTo>
                    <a:pt x="1781" y="472"/>
                  </a:moveTo>
                  <a:cubicBezTo>
                    <a:pt x="1915" y="472"/>
                    <a:pt x="1915" y="472"/>
                    <a:pt x="1915" y="472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781" y="0"/>
                    <a:pt x="1781" y="0"/>
                    <a:pt x="1781" y="0"/>
                  </a:cubicBezTo>
                  <a:lnTo>
                    <a:pt x="1781" y="472"/>
                  </a:lnTo>
                  <a:close/>
                  <a:moveTo>
                    <a:pt x="2155" y="1"/>
                  </a:moveTo>
                  <a:cubicBezTo>
                    <a:pt x="1969" y="472"/>
                    <a:pt x="1969" y="472"/>
                    <a:pt x="1969" y="472"/>
                  </a:cubicBezTo>
                  <a:cubicBezTo>
                    <a:pt x="2100" y="472"/>
                    <a:pt x="2100" y="472"/>
                    <a:pt x="2100" y="472"/>
                  </a:cubicBezTo>
                  <a:cubicBezTo>
                    <a:pt x="2130" y="389"/>
                    <a:pt x="2130" y="389"/>
                    <a:pt x="2130" y="389"/>
                  </a:cubicBezTo>
                  <a:cubicBezTo>
                    <a:pt x="2350" y="389"/>
                    <a:pt x="2350" y="389"/>
                    <a:pt x="2350" y="389"/>
                  </a:cubicBezTo>
                  <a:cubicBezTo>
                    <a:pt x="2378" y="472"/>
                    <a:pt x="2378" y="472"/>
                    <a:pt x="2378" y="472"/>
                  </a:cubicBezTo>
                  <a:cubicBezTo>
                    <a:pt x="2520" y="472"/>
                    <a:pt x="2520" y="472"/>
                    <a:pt x="2520" y="472"/>
                  </a:cubicBezTo>
                  <a:cubicBezTo>
                    <a:pt x="2333" y="1"/>
                    <a:pt x="2333" y="1"/>
                    <a:pt x="2333" y="1"/>
                  </a:cubicBezTo>
                  <a:lnTo>
                    <a:pt x="2155" y="1"/>
                  </a:lnTo>
                  <a:close/>
                  <a:moveTo>
                    <a:pt x="2241" y="87"/>
                  </a:moveTo>
                  <a:cubicBezTo>
                    <a:pt x="2322" y="307"/>
                    <a:pt x="2322" y="307"/>
                    <a:pt x="2322" y="307"/>
                  </a:cubicBezTo>
                  <a:cubicBezTo>
                    <a:pt x="2158" y="307"/>
                    <a:pt x="2158" y="307"/>
                    <a:pt x="2158" y="307"/>
                  </a:cubicBezTo>
                  <a:lnTo>
                    <a:pt x="2241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8" name="Freeform 7"/>
            <p:cNvSpPr>
              <a:spLocks noEditPoints="1"/>
            </p:cNvSpPr>
            <p:nvPr userDrawn="1"/>
          </p:nvSpPr>
          <p:spPr bwMode="auto">
            <a:xfrm>
              <a:off x="677492" y="-1417931"/>
              <a:ext cx="877396" cy="582700"/>
            </a:xfrm>
            <a:custGeom>
              <a:avLst/>
              <a:gdLst>
                <a:gd name="T0" fmla="*/ 405 w 1086"/>
                <a:gd name="T1" fmla="*/ 214 h 718"/>
                <a:gd name="T2" fmla="*/ 405 w 1086"/>
                <a:gd name="T3" fmla="*/ 149 h 718"/>
                <a:gd name="T4" fmla="*/ 424 w 1086"/>
                <a:gd name="T5" fmla="*/ 148 h 718"/>
                <a:gd name="T6" fmla="*/ 719 w 1086"/>
                <a:gd name="T7" fmla="*/ 301 h 718"/>
                <a:gd name="T8" fmla="*/ 458 w 1086"/>
                <a:gd name="T9" fmla="*/ 476 h 718"/>
                <a:gd name="T10" fmla="*/ 405 w 1086"/>
                <a:gd name="T11" fmla="*/ 467 h 718"/>
                <a:gd name="T12" fmla="*/ 405 w 1086"/>
                <a:gd name="T13" fmla="*/ 270 h 718"/>
                <a:gd name="T14" fmla="*/ 530 w 1086"/>
                <a:gd name="T15" fmla="*/ 378 h 718"/>
                <a:gd name="T16" fmla="*/ 622 w 1086"/>
                <a:gd name="T17" fmla="*/ 300 h 718"/>
                <a:gd name="T18" fmla="*/ 441 w 1086"/>
                <a:gd name="T19" fmla="*/ 212 h 718"/>
                <a:gd name="T20" fmla="*/ 405 w 1086"/>
                <a:gd name="T21" fmla="*/ 214 h 718"/>
                <a:gd name="T22" fmla="*/ 405 w 1086"/>
                <a:gd name="T23" fmla="*/ 0 h 718"/>
                <a:gd name="T24" fmla="*/ 405 w 1086"/>
                <a:gd name="T25" fmla="*/ 97 h 718"/>
                <a:gd name="T26" fmla="*/ 424 w 1086"/>
                <a:gd name="T27" fmla="*/ 95 h 718"/>
                <a:gd name="T28" fmla="*/ 832 w 1086"/>
                <a:gd name="T29" fmla="*/ 298 h 718"/>
                <a:gd name="T30" fmla="*/ 455 w 1086"/>
                <a:gd name="T31" fmla="*/ 523 h 718"/>
                <a:gd name="T32" fmla="*/ 405 w 1086"/>
                <a:gd name="T33" fmla="*/ 518 h 718"/>
                <a:gd name="T34" fmla="*/ 405 w 1086"/>
                <a:gd name="T35" fmla="*/ 578 h 718"/>
                <a:gd name="T36" fmla="*/ 447 w 1086"/>
                <a:gd name="T37" fmla="*/ 581 h 718"/>
                <a:gd name="T38" fmla="*/ 881 w 1086"/>
                <a:gd name="T39" fmla="*/ 381 h 718"/>
                <a:gd name="T40" fmla="*/ 1004 w 1086"/>
                <a:gd name="T41" fmla="*/ 456 h 718"/>
                <a:gd name="T42" fmla="*/ 449 w 1086"/>
                <a:gd name="T43" fmla="*/ 636 h 718"/>
                <a:gd name="T44" fmla="*/ 405 w 1086"/>
                <a:gd name="T45" fmla="*/ 634 h 718"/>
                <a:gd name="T46" fmla="*/ 405 w 1086"/>
                <a:gd name="T47" fmla="*/ 718 h 718"/>
                <a:gd name="T48" fmla="*/ 1086 w 1086"/>
                <a:gd name="T49" fmla="*/ 718 h 718"/>
                <a:gd name="T50" fmla="*/ 1086 w 1086"/>
                <a:gd name="T51" fmla="*/ 0 h 718"/>
                <a:gd name="T52" fmla="*/ 405 w 1086"/>
                <a:gd name="T53" fmla="*/ 0 h 718"/>
                <a:gd name="T54" fmla="*/ 405 w 1086"/>
                <a:gd name="T55" fmla="*/ 467 h 718"/>
                <a:gd name="T56" fmla="*/ 405 w 1086"/>
                <a:gd name="T57" fmla="*/ 518 h 718"/>
                <a:gd name="T58" fmla="*/ 194 w 1086"/>
                <a:gd name="T59" fmla="*/ 317 h 718"/>
                <a:gd name="T60" fmla="*/ 405 w 1086"/>
                <a:gd name="T61" fmla="*/ 214 h 718"/>
                <a:gd name="T62" fmla="*/ 405 w 1086"/>
                <a:gd name="T63" fmla="*/ 270 h 718"/>
                <a:gd name="T64" fmla="*/ 405 w 1086"/>
                <a:gd name="T65" fmla="*/ 270 h 718"/>
                <a:gd name="T66" fmla="*/ 281 w 1086"/>
                <a:gd name="T67" fmla="*/ 327 h 718"/>
                <a:gd name="T68" fmla="*/ 405 w 1086"/>
                <a:gd name="T69" fmla="*/ 467 h 718"/>
                <a:gd name="T70" fmla="*/ 111 w 1086"/>
                <a:gd name="T71" fmla="*/ 309 h 718"/>
                <a:gd name="T72" fmla="*/ 405 w 1086"/>
                <a:gd name="T73" fmla="*/ 149 h 718"/>
                <a:gd name="T74" fmla="*/ 405 w 1086"/>
                <a:gd name="T75" fmla="*/ 97 h 718"/>
                <a:gd name="T76" fmla="*/ 0 w 1086"/>
                <a:gd name="T77" fmla="*/ 298 h 718"/>
                <a:gd name="T78" fmla="*/ 405 w 1086"/>
                <a:gd name="T79" fmla="*/ 634 h 718"/>
                <a:gd name="T80" fmla="*/ 405 w 1086"/>
                <a:gd name="T81" fmla="*/ 578 h 718"/>
                <a:gd name="T82" fmla="*/ 111 w 1086"/>
                <a:gd name="T83" fmla="*/ 309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86" h="718">
                  <a:moveTo>
                    <a:pt x="405" y="214"/>
                  </a:moveTo>
                  <a:cubicBezTo>
                    <a:pt x="405" y="149"/>
                    <a:pt x="405" y="149"/>
                    <a:pt x="405" y="149"/>
                  </a:cubicBezTo>
                  <a:cubicBezTo>
                    <a:pt x="412" y="149"/>
                    <a:pt x="418" y="148"/>
                    <a:pt x="424" y="148"/>
                  </a:cubicBezTo>
                  <a:cubicBezTo>
                    <a:pt x="602" y="143"/>
                    <a:pt x="719" y="301"/>
                    <a:pt x="719" y="301"/>
                  </a:cubicBezTo>
                  <a:cubicBezTo>
                    <a:pt x="719" y="301"/>
                    <a:pt x="593" y="476"/>
                    <a:pt x="458" y="476"/>
                  </a:cubicBezTo>
                  <a:cubicBezTo>
                    <a:pt x="438" y="476"/>
                    <a:pt x="421" y="472"/>
                    <a:pt x="405" y="467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474" y="279"/>
                    <a:pt x="488" y="309"/>
                    <a:pt x="530" y="378"/>
                  </a:cubicBezTo>
                  <a:cubicBezTo>
                    <a:pt x="622" y="300"/>
                    <a:pt x="622" y="300"/>
                    <a:pt x="622" y="300"/>
                  </a:cubicBezTo>
                  <a:cubicBezTo>
                    <a:pt x="622" y="300"/>
                    <a:pt x="555" y="212"/>
                    <a:pt x="441" y="212"/>
                  </a:cubicBezTo>
                  <a:cubicBezTo>
                    <a:pt x="429" y="212"/>
                    <a:pt x="417" y="213"/>
                    <a:pt x="405" y="214"/>
                  </a:cubicBezTo>
                  <a:moveTo>
                    <a:pt x="405" y="0"/>
                  </a:moveTo>
                  <a:cubicBezTo>
                    <a:pt x="405" y="97"/>
                    <a:pt x="405" y="97"/>
                    <a:pt x="405" y="97"/>
                  </a:cubicBezTo>
                  <a:cubicBezTo>
                    <a:pt x="412" y="96"/>
                    <a:pt x="418" y="96"/>
                    <a:pt x="424" y="95"/>
                  </a:cubicBezTo>
                  <a:cubicBezTo>
                    <a:pt x="671" y="87"/>
                    <a:pt x="832" y="298"/>
                    <a:pt x="832" y="298"/>
                  </a:cubicBezTo>
                  <a:cubicBezTo>
                    <a:pt x="832" y="298"/>
                    <a:pt x="647" y="523"/>
                    <a:pt x="455" y="523"/>
                  </a:cubicBezTo>
                  <a:cubicBezTo>
                    <a:pt x="437" y="523"/>
                    <a:pt x="421" y="521"/>
                    <a:pt x="405" y="518"/>
                  </a:cubicBezTo>
                  <a:cubicBezTo>
                    <a:pt x="405" y="578"/>
                    <a:pt x="405" y="578"/>
                    <a:pt x="405" y="578"/>
                  </a:cubicBezTo>
                  <a:cubicBezTo>
                    <a:pt x="419" y="580"/>
                    <a:pt x="432" y="581"/>
                    <a:pt x="447" y="581"/>
                  </a:cubicBezTo>
                  <a:cubicBezTo>
                    <a:pt x="626" y="581"/>
                    <a:pt x="755" y="489"/>
                    <a:pt x="881" y="381"/>
                  </a:cubicBezTo>
                  <a:cubicBezTo>
                    <a:pt x="902" y="398"/>
                    <a:pt x="987" y="438"/>
                    <a:pt x="1004" y="456"/>
                  </a:cubicBezTo>
                  <a:cubicBezTo>
                    <a:pt x="885" y="556"/>
                    <a:pt x="607" y="636"/>
                    <a:pt x="449" y="636"/>
                  </a:cubicBezTo>
                  <a:cubicBezTo>
                    <a:pt x="434" y="636"/>
                    <a:pt x="420" y="636"/>
                    <a:pt x="405" y="634"/>
                  </a:cubicBezTo>
                  <a:cubicBezTo>
                    <a:pt x="405" y="718"/>
                    <a:pt x="405" y="718"/>
                    <a:pt x="405" y="718"/>
                  </a:cubicBezTo>
                  <a:cubicBezTo>
                    <a:pt x="1086" y="718"/>
                    <a:pt x="1086" y="718"/>
                    <a:pt x="1086" y="718"/>
                  </a:cubicBezTo>
                  <a:cubicBezTo>
                    <a:pt x="1086" y="0"/>
                    <a:pt x="1086" y="0"/>
                    <a:pt x="1086" y="0"/>
                  </a:cubicBezTo>
                  <a:lnTo>
                    <a:pt x="405" y="0"/>
                  </a:lnTo>
                  <a:close/>
                  <a:moveTo>
                    <a:pt x="405" y="467"/>
                  </a:moveTo>
                  <a:cubicBezTo>
                    <a:pt x="405" y="518"/>
                    <a:pt x="405" y="518"/>
                    <a:pt x="405" y="518"/>
                  </a:cubicBezTo>
                  <a:cubicBezTo>
                    <a:pt x="240" y="489"/>
                    <a:pt x="194" y="317"/>
                    <a:pt x="194" y="317"/>
                  </a:cubicBezTo>
                  <a:cubicBezTo>
                    <a:pt x="194" y="317"/>
                    <a:pt x="273" y="228"/>
                    <a:pt x="405" y="214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336" y="262"/>
                    <a:pt x="281" y="327"/>
                    <a:pt x="281" y="327"/>
                  </a:cubicBezTo>
                  <a:cubicBezTo>
                    <a:pt x="281" y="327"/>
                    <a:pt x="312" y="436"/>
                    <a:pt x="405" y="467"/>
                  </a:cubicBezTo>
                  <a:moveTo>
                    <a:pt x="111" y="309"/>
                  </a:moveTo>
                  <a:cubicBezTo>
                    <a:pt x="111" y="309"/>
                    <a:pt x="209" y="164"/>
                    <a:pt x="405" y="149"/>
                  </a:cubicBezTo>
                  <a:cubicBezTo>
                    <a:pt x="405" y="97"/>
                    <a:pt x="405" y="97"/>
                    <a:pt x="405" y="97"/>
                  </a:cubicBezTo>
                  <a:cubicBezTo>
                    <a:pt x="188" y="114"/>
                    <a:pt x="0" y="298"/>
                    <a:pt x="0" y="298"/>
                  </a:cubicBezTo>
                  <a:cubicBezTo>
                    <a:pt x="0" y="298"/>
                    <a:pt x="106" y="606"/>
                    <a:pt x="405" y="634"/>
                  </a:cubicBezTo>
                  <a:cubicBezTo>
                    <a:pt x="405" y="578"/>
                    <a:pt x="405" y="578"/>
                    <a:pt x="405" y="578"/>
                  </a:cubicBezTo>
                  <a:cubicBezTo>
                    <a:pt x="186" y="551"/>
                    <a:pt x="111" y="309"/>
                    <a:pt x="111" y="3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212553620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4000" b="1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5pPr>
      <a:lvl6pPr marL="507995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6pPr>
      <a:lvl7pPr marL="1015990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7pPr>
      <a:lvl8pPr marL="1523985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8pPr>
      <a:lvl9pPr marL="2031980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2222" b="0">
          <a:solidFill>
            <a:schemeClr val="bg1"/>
          </a:solidFill>
          <a:latin typeface="Trebuchet MS" pitchFamily="34" charset="0"/>
          <a:ea typeface="+mn-ea"/>
          <a:cs typeface="+mn-cs"/>
        </a:defRPr>
      </a:lvl1pPr>
      <a:lvl2pPr marL="634994" indent="0" algn="l" rtl="0" fontAlgn="base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2000" b="0">
          <a:solidFill>
            <a:schemeClr val="bg1"/>
          </a:solidFill>
          <a:latin typeface="Trebuchet MS" pitchFamily="34" charset="0"/>
        </a:defRPr>
      </a:lvl2pPr>
      <a:lvl3pPr marL="1210016" indent="0" algn="l" rtl="0" fontAlgn="base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1778" b="0">
          <a:solidFill>
            <a:schemeClr val="bg1"/>
          </a:solidFill>
          <a:latin typeface="Trebuchet MS" pitchFamily="34" charset="0"/>
        </a:defRPr>
      </a:lvl3pPr>
      <a:lvl4pPr marL="1972008" indent="-253997" algn="l" rtl="0" fontAlgn="base">
        <a:spcBef>
          <a:spcPct val="20000"/>
        </a:spcBef>
        <a:spcAft>
          <a:spcPct val="0"/>
        </a:spcAft>
        <a:buChar char="–"/>
        <a:defRPr sz="2222">
          <a:solidFill>
            <a:schemeClr val="bg1"/>
          </a:solidFill>
          <a:latin typeface="+mn-lt"/>
        </a:defRPr>
      </a:lvl4pPr>
      <a:lvl5pPr marL="2353004" indent="-253997" algn="l" rtl="0" fontAlgn="base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5pPr>
      <a:lvl6pPr marL="2860999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6pPr>
      <a:lvl7pPr marL="3368994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7pPr>
      <a:lvl8pPr marL="3876989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8pPr>
      <a:lvl9pPr marL="4384984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99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99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98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98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97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97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964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959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5271" y="579121"/>
            <a:ext cx="11081461" cy="656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4892" y="2224853"/>
            <a:ext cx="11054368" cy="4149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6" name="Google Shape;78;p14">
            <a:extLst>
              <a:ext uri="{FF2B5EF4-FFF2-40B4-BE49-F238E27FC236}">
                <a16:creationId xmlns:a16="http://schemas.microsoft.com/office/drawing/2014/main" id="{314CEB40-1739-4D24-83DA-0CE9763BE5FC}"/>
              </a:ext>
            </a:extLst>
          </p:cNvPr>
          <p:cNvPicPr preferRelativeResize="0"/>
          <p:nvPr/>
        </p:nvPicPr>
        <p:blipFill rotWithShape="1">
          <a:blip r:embed="rId2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56463" y="6428245"/>
            <a:ext cx="645207" cy="2292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;p14">
            <a:extLst>
              <a:ext uri="{FF2B5EF4-FFF2-40B4-BE49-F238E27FC236}">
                <a16:creationId xmlns:a16="http://schemas.microsoft.com/office/drawing/2014/main" id="{6BDE7C07-CEF7-436D-9B76-D06FF957C348}"/>
              </a:ext>
            </a:extLst>
          </p:cNvPr>
          <p:cNvSpPr txBox="1"/>
          <p:nvPr/>
        </p:nvSpPr>
        <p:spPr>
          <a:xfrm>
            <a:off x="10846948" y="6479206"/>
            <a:ext cx="356667" cy="179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889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200"/>
                <a:buFont typeface="Trebuchet MS"/>
                <a:buNone/>
              </a:pPr>
              <a:t>‹#›</a:t>
            </a:fld>
            <a:r>
              <a:rPr lang="en-US" sz="1222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444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1132F5-8625-4FB8-A192-AE73D144B6D0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6464" y="6428244"/>
            <a:ext cx="645209" cy="22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802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0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5pPr>
      <a:lvl6pPr marL="507995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6pPr>
      <a:lvl7pPr marL="1015990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7pPr>
      <a:lvl8pPr marL="1523985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8pPr>
      <a:lvl9pPr marL="2031980" algn="l" rtl="0" eaLnBrk="1" fontAlgn="base" hangingPunct="1">
        <a:spcBef>
          <a:spcPct val="0"/>
        </a:spcBef>
        <a:spcAft>
          <a:spcPct val="0"/>
        </a:spcAft>
        <a:defRPr sz="3556" b="1">
          <a:solidFill>
            <a:srgbClr val="73B900"/>
          </a:solidFill>
          <a:latin typeface="Arial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1556" b="0">
          <a:solidFill>
            <a:schemeClr val="accent4"/>
          </a:solidFill>
          <a:latin typeface="Trebuchet MS" pitchFamily="34" charset="0"/>
          <a:ea typeface="+mn-ea"/>
          <a:cs typeface="+mn-cs"/>
        </a:defRPr>
      </a:lvl1pPr>
      <a:lvl2pPr marL="634994" indent="0" algn="l" rtl="0" eaLnBrk="1" fontAlgn="base" hangingPunct="1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1333" b="0">
          <a:solidFill>
            <a:schemeClr val="accent4"/>
          </a:solidFill>
          <a:latin typeface="Trebuchet MS" pitchFamily="34" charset="0"/>
        </a:defRPr>
      </a:lvl2pPr>
      <a:lvl3pPr marL="1210016" indent="0" algn="l" rtl="0" eaLnBrk="1" fontAlgn="base" hangingPunct="1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1222" b="0">
          <a:solidFill>
            <a:schemeClr val="accent4"/>
          </a:solidFill>
          <a:latin typeface="Trebuchet MS" pitchFamily="34" charset="0"/>
        </a:defRPr>
      </a:lvl3pPr>
      <a:lvl4pPr marL="1972008" indent="-253997" algn="l" rtl="0" eaLnBrk="1" fontAlgn="base" hangingPunct="1">
        <a:spcBef>
          <a:spcPct val="20000"/>
        </a:spcBef>
        <a:spcAft>
          <a:spcPct val="0"/>
        </a:spcAft>
        <a:buChar char="–"/>
        <a:defRPr sz="2222">
          <a:solidFill>
            <a:schemeClr val="bg1"/>
          </a:solidFill>
          <a:latin typeface="+mn-lt"/>
        </a:defRPr>
      </a:lvl4pPr>
      <a:lvl5pPr marL="2353004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5pPr>
      <a:lvl6pPr marL="2860999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6pPr>
      <a:lvl7pPr marL="3368994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7pPr>
      <a:lvl8pPr marL="3876989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8pPr>
      <a:lvl9pPr marL="4384984" indent="-253997" algn="l" rtl="0" eaLnBrk="1" fontAlgn="base" hangingPunct="1">
        <a:spcBef>
          <a:spcPct val="20000"/>
        </a:spcBef>
        <a:spcAft>
          <a:spcPct val="0"/>
        </a:spcAft>
        <a:buChar char="»"/>
        <a:defRPr sz="2222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99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99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98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98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97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97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964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959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0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3.png"/><Relationship Id="rId7" Type="http://schemas.openxmlformats.org/officeDocument/2006/relationships/image" Target="../media/image40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100.png"/><Relationship Id="rId5" Type="http://schemas.openxmlformats.org/officeDocument/2006/relationships/image" Target="../media/image58.png"/><Relationship Id="rId10" Type="http://schemas.openxmlformats.org/officeDocument/2006/relationships/image" Target="../media/image9.png"/><Relationship Id="rId4" Type="http://schemas.openxmlformats.org/officeDocument/2006/relationships/image" Target="../media/image46.png"/><Relationship Id="rId9" Type="http://schemas.openxmlformats.org/officeDocument/2006/relationships/image" Target="../media/image8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MIDSpiyalong/2025ASAS.git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hyperlink" Target="https://cocodataset.org/#home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or.tensorflow.org/" TargetMode="External"/><Relationship Id="rId2" Type="http://schemas.openxmlformats.org/officeDocument/2006/relationships/hyperlink" Target="https://tiktokenizer.vercel.app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jpeg"/><Relationship Id="rId4" Type="http://schemas.openxmlformats.org/officeDocument/2006/relationships/image" Target="../media/image66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Cc8FmEb1n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2AA8-4E6E-4382-CB83-AD889C4AB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01715"/>
            <a:ext cx="9144000" cy="2837129"/>
          </a:xfrm>
        </p:spPr>
        <p:txBody>
          <a:bodyPr>
            <a:normAutofit fontScale="90000"/>
          </a:bodyPr>
          <a:lstStyle/>
          <a:p>
            <a:r>
              <a:rPr lang="en-US" dirty="0"/>
              <a:t>Hands-on 2: Computer vision classification for cattle food grading with a hands-on exercise (Python) on Google Co-lab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ED617-EAFF-0E1A-5C8C-E0BF91B95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38845"/>
            <a:ext cx="9144000" cy="1828800"/>
          </a:xfrm>
        </p:spPr>
        <p:txBody>
          <a:bodyPr>
            <a:norm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Yalong Pi, Associate Research Scientist, Texas A&amp;M Institute of Data Science</a:t>
            </a: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2025 ASAS, Sunday, July 6, 2025, 12:30 PM – 2:20 PM</a:t>
            </a:r>
          </a:p>
        </p:txBody>
      </p:sp>
    </p:spTree>
    <p:extLst>
      <p:ext uri="{BB962C8B-B14F-4D97-AF65-F5344CB8AC3E}">
        <p14:creationId xmlns:p14="http://schemas.microsoft.com/office/powerpoint/2010/main" val="4198694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EF62-D248-AE4C-7FC3-5CD7078E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A0D01-6723-B43D-643F-FAD37D613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Fundamentals of machine learning (1 hour)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Feed grading with computer vision (30 minutes)</a:t>
            </a:r>
          </a:p>
        </p:txBody>
      </p:sp>
    </p:spTree>
    <p:extLst>
      <p:ext uri="{BB962C8B-B14F-4D97-AF65-F5344CB8AC3E}">
        <p14:creationId xmlns:p14="http://schemas.microsoft.com/office/powerpoint/2010/main" val="4045835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E60FE-0B1A-3D42-8F6A-0CB42E75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6C2BFE7-260C-0ABD-077F-E1B997416406}"/>
              </a:ext>
            </a:extLst>
          </p:cNvPr>
          <p:cNvGraphicFramePr>
            <a:graphicFrameLocks noGrp="1"/>
          </p:cNvGraphicFramePr>
          <p:nvPr/>
        </p:nvGraphicFramePr>
        <p:xfrm>
          <a:off x="8176483" y="4518914"/>
          <a:ext cx="2405744" cy="2072640"/>
        </p:xfrm>
        <a:graphic>
          <a:graphicData uri="http://schemas.openxmlformats.org/drawingml/2006/table">
            <a:tbl>
              <a:tblPr firstRow="1" bandRow="1"/>
              <a:tblGrid>
                <a:gridCol w="1202872">
                  <a:extLst>
                    <a:ext uri="{9D8B030D-6E8A-4147-A177-3AD203B41FA5}">
                      <a16:colId xmlns:a16="http://schemas.microsoft.com/office/drawing/2014/main" val="2204378187"/>
                    </a:ext>
                  </a:extLst>
                </a:gridCol>
                <a:gridCol w="1202872">
                  <a:extLst>
                    <a:ext uri="{9D8B030D-6E8A-4147-A177-3AD203B41FA5}">
                      <a16:colId xmlns:a16="http://schemas.microsoft.com/office/drawing/2014/main" val="73910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4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7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37176"/>
                  </a:ext>
                </a:extLst>
              </a:tr>
            </a:tbl>
          </a:graphicData>
        </a:graphic>
      </p:graphicFrame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1C4EB36-B984-A225-3E68-0F8A642EFAEB}"/>
              </a:ext>
            </a:extLst>
          </p:cNvPr>
          <p:cNvCxnSpPr/>
          <p:nvPr/>
        </p:nvCxnSpPr>
        <p:spPr>
          <a:xfrm>
            <a:off x="6926422" y="3633453"/>
            <a:ext cx="496186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767C1A8-D232-5A3E-3CD8-848F0ACD1CE1}"/>
              </a:ext>
            </a:extLst>
          </p:cNvPr>
          <p:cNvCxnSpPr/>
          <p:nvPr/>
        </p:nvCxnSpPr>
        <p:spPr>
          <a:xfrm flipV="1">
            <a:off x="6940599" y="401648"/>
            <a:ext cx="0" cy="323938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2B15CD3-E28E-0701-0D70-60C13F6F3A24}"/>
              </a:ext>
            </a:extLst>
          </p:cNvPr>
          <p:cNvSpPr txBox="1"/>
          <p:nvPr/>
        </p:nvSpPr>
        <p:spPr>
          <a:xfrm>
            <a:off x="11091463" y="3659541"/>
            <a:ext cx="1018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C961F-4851-F970-E328-75AC1682FAF7}"/>
              </a:ext>
            </a:extLst>
          </p:cNvPr>
          <p:cNvSpPr txBox="1"/>
          <p:nvPr/>
        </p:nvSpPr>
        <p:spPr>
          <a:xfrm rot="16200000">
            <a:off x="6455025" y="297796"/>
            <a:ext cx="417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357E55-9EE2-EE0F-885F-68366CA13800}"/>
              </a:ext>
            </a:extLst>
          </p:cNvPr>
          <p:cNvCxnSpPr>
            <a:cxnSpLocks/>
          </p:cNvCxnSpPr>
          <p:nvPr/>
        </p:nvCxnSpPr>
        <p:spPr>
          <a:xfrm flipH="1">
            <a:off x="6433019" y="568805"/>
            <a:ext cx="4075822" cy="2826555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C6BA72E-AA5C-C22E-3462-78FE0E7F9ECA}"/>
              </a:ext>
            </a:extLst>
          </p:cNvPr>
          <p:cNvSpPr txBox="1"/>
          <p:nvPr/>
        </p:nvSpPr>
        <p:spPr>
          <a:xfrm>
            <a:off x="6334350" y="3716517"/>
            <a:ext cx="1018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B47C1E-CBC2-1819-B527-6A2E65685C8E}"/>
              </a:ext>
            </a:extLst>
          </p:cNvPr>
          <p:cNvSpPr txBox="1"/>
          <p:nvPr/>
        </p:nvSpPr>
        <p:spPr>
          <a:xfrm>
            <a:off x="7129133" y="3716517"/>
            <a:ext cx="1018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E33DC3-CFC7-210A-A24E-84C0B2AA6D28}"/>
              </a:ext>
            </a:extLst>
          </p:cNvPr>
          <p:cNvGrpSpPr/>
          <p:nvPr/>
        </p:nvGrpSpPr>
        <p:grpSpPr>
          <a:xfrm>
            <a:off x="602697" y="737457"/>
            <a:ext cx="5106527" cy="2740966"/>
            <a:chOff x="692681" y="631295"/>
            <a:chExt cx="5106527" cy="2740966"/>
          </a:xfrm>
        </p:grpSpPr>
        <p:sp>
          <p:nvSpPr>
            <p:cNvPr id="47" name="Flowchart: Connector 46">
              <a:extLst>
                <a:ext uri="{FF2B5EF4-FFF2-40B4-BE49-F238E27FC236}">
                  <a16:creationId xmlns:a16="http://schemas.microsoft.com/office/drawing/2014/main" id="{A7FF7D95-A816-DB6B-995F-A7E273A95BF5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416A61BC-1289-A0AB-1817-BA366221A43A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2FF151D-7C08-BF28-C432-6B718307B546}"/>
                </a:ext>
              </a:extLst>
            </p:cNvPr>
            <p:cNvCxnSpPr>
              <a:cxnSpLocks/>
              <a:stCxn id="47" idx="6"/>
              <a:endCxn id="51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6B8CD5-0935-68E0-A1A1-FE537EE01F63}"/>
                </a:ext>
              </a:extLst>
            </p:cNvPr>
            <p:cNvCxnSpPr>
              <a:cxnSpLocks/>
              <a:stCxn id="47" idx="6"/>
              <a:endCxn id="52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25FB7790-3288-4821-E3AA-F28F69CB562A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33EC057A-C43C-6669-1758-35EC3E9C3ABB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84C9617-1384-C401-E136-BF7A7D858D97}"/>
                </a:ext>
              </a:extLst>
            </p:cNvPr>
            <p:cNvCxnSpPr>
              <a:cxnSpLocks/>
              <a:stCxn id="52" idx="6"/>
              <a:endCxn id="48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8BCC08B-A1DD-05B0-C4E6-BBFD3B00045B}"/>
                </a:ext>
              </a:extLst>
            </p:cNvPr>
            <p:cNvCxnSpPr>
              <a:cxnSpLocks/>
              <a:stCxn id="51" idx="6"/>
              <a:endCxn id="48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F6275AD-0E5F-1F7B-5DCE-3CE6852D9E87}"/>
                </a:ext>
              </a:extLst>
            </p:cNvPr>
            <p:cNvSpPr txBox="1"/>
            <p:nvPr/>
          </p:nvSpPr>
          <p:spPr>
            <a:xfrm rot="18900000">
              <a:off x="1625606" y="109626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D711F1F-C50E-11BD-A112-F39EF23E8D91}"/>
                </a:ext>
              </a:extLst>
            </p:cNvPr>
            <p:cNvSpPr txBox="1"/>
            <p:nvPr/>
          </p:nvSpPr>
          <p:spPr>
            <a:xfrm rot="2700000">
              <a:off x="1670251" y="2269414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7C077B1-A707-8634-3A36-07FA42BB6BB8}"/>
                </a:ext>
              </a:extLst>
            </p:cNvPr>
            <p:cNvSpPr txBox="1"/>
            <p:nvPr/>
          </p:nvSpPr>
          <p:spPr>
            <a:xfrm rot="2700000">
              <a:off x="3851630" y="1131627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749CC27-8B74-CC7F-2757-F69A1BE330C9}"/>
                </a:ext>
              </a:extLst>
            </p:cNvPr>
            <p:cNvSpPr txBox="1"/>
            <p:nvPr/>
          </p:nvSpPr>
          <p:spPr>
            <a:xfrm rot="18900000">
              <a:off x="3632849" y="195542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2967A689-9521-E070-0B60-DAF09C1792CF}"/>
              </a:ext>
            </a:extLst>
          </p:cNvPr>
          <p:cNvSpPr txBox="1"/>
          <p:nvPr/>
        </p:nvSpPr>
        <p:spPr>
          <a:xfrm>
            <a:off x="8147604" y="3716517"/>
            <a:ext cx="1018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538335-B432-E919-A82F-F818FA9C5FD7}"/>
              </a:ext>
            </a:extLst>
          </p:cNvPr>
          <p:cNvSpPr txBox="1"/>
          <p:nvPr/>
        </p:nvSpPr>
        <p:spPr>
          <a:xfrm>
            <a:off x="10072992" y="3716517"/>
            <a:ext cx="1018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DA4A24-EBC9-A8AA-33D8-65924836DAF1}"/>
              </a:ext>
            </a:extLst>
          </p:cNvPr>
          <p:cNvSpPr txBox="1"/>
          <p:nvPr/>
        </p:nvSpPr>
        <p:spPr>
          <a:xfrm rot="16200000">
            <a:off x="6354096" y="2284652"/>
            <a:ext cx="619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032957-8C37-8C71-FCE2-AB27D56C9D4F}"/>
              </a:ext>
            </a:extLst>
          </p:cNvPr>
          <p:cNvSpPr txBox="1"/>
          <p:nvPr/>
        </p:nvSpPr>
        <p:spPr>
          <a:xfrm rot="16200000">
            <a:off x="6354097" y="1512183"/>
            <a:ext cx="619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A26E8D-678E-30A5-532F-3C92E1989EC4}"/>
              </a:ext>
            </a:extLst>
          </p:cNvPr>
          <p:cNvSpPr txBox="1"/>
          <p:nvPr/>
        </p:nvSpPr>
        <p:spPr>
          <a:xfrm rot="16200000">
            <a:off x="6354098" y="855302"/>
            <a:ext cx="619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B02AEEA-E1BD-D349-DF61-65CDD6AA37BB}"/>
              </a:ext>
            </a:extLst>
          </p:cNvPr>
          <p:cNvSpPr/>
          <p:nvPr/>
        </p:nvSpPr>
        <p:spPr>
          <a:xfrm>
            <a:off x="7517624" y="2980525"/>
            <a:ext cx="146771" cy="1467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FF6499D-F60A-A6C7-1185-E5367F0B642D}"/>
              </a:ext>
            </a:extLst>
          </p:cNvPr>
          <p:cNvSpPr/>
          <p:nvPr/>
        </p:nvSpPr>
        <p:spPr>
          <a:xfrm>
            <a:off x="8359023" y="1610638"/>
            <a:ext cx="146771" cy="1467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5646AD3-081E-EC7F-D0B6-9FA7CB0AB48C}"/>
              </a:ext>
            </a:extLst>
          </p:cNvPr>
          <p:cNvSpPr/>
          <p:nvPr/>
        </p:nvSpPr>
        <p:spPr>
          <a:xfrm>
            <a:off x="10435456" y="908457"/>
            <a:ext cx="146771" cy="1467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4" name="Table 73">
                <a:extLst>
                  <a:ext uri="{FF2B5EF4-FFF2-40B4-BE49-F238E27FC236}">
                    <a16:creationId xmlns:a16="http://schemas.microsoft.com/office/drawing/2014/main" id="{D3265FEE-F16C-631C-D288-59D9594EC1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674" y="4357430"/>
              <a:ext cx="7230859" cy="14131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30859">
                      <a:extLst>
                        <a:ext uri="{9D8B030D-6E8A-4147-A177-3AD203B41FA5}">
                          <a16:colId xmlns:a16="http://schemas.microsoft.com/office/drawing/2014/main" val="426412541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US" sz="2800" kern="100" dirty="0">
                              <a:effectLst/>
                              <a:latin typeface="Times New Roman" panose="02020603050405020304" pitchFamily="18" charset="0"/>
                              <a:ea typeface="Arial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oMath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69725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US" sz="2800" kern="100" dirty="0">
                              <a:effectLst/>
                              <a:latin typeface="Times New Roman" panose="02020603050405020304" pitchFamily="18" charset="0"/>
                              <a:ea typeface="Arial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oMath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441501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US" sz="2800" kern="100" dirty="0">
                              <a:effectLst/>
                              <a:latin typeface="Times New Roman" panose="02020603050405020304" pitchFamily="18" charset="0"/>
                              <a:ea typeface="Arial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𝑝𝑟𝑒𝑑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rial" panose="020B0604020202020204" pitchFamily="34" charset="0"/>
                                      <a:cs typeface="Times New Roman" panose="020206030504050203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oMath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36208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4" name="Table 73">
                <a:extLst>
                  <a:ext uri="{FF2B5EF4-FFF2-40B4-BE49-F238E27FC236}">
                    <a16:creationId xmlns:a16="http://schemas.microsoft.com/office/drawing/2014/main" id="{D3265FEE-F16C-631C-D288-59D9594EC1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5759790"/>
                  </p:ext>
                </p:extLst>
              </p:nvPr>
            </p:nvGraphicFramePr>
            <p:xfrm>
              <a:off x="670674" y="4357430"/>
              <a:ext cx="7230859" cy="14131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30859">
                      <a:extLst>
                        <a:ext uri="{9D8B030D-6E8A-4147-A177-3AD203B41FA5}">
                          <a16:colId xmlns:a16="http://schemas.microsoft.com/office/drawing/2014/main" val="4264125411"/>
                        </a:ext>
                      </a:extLst>
                    </a:gridCol>
                  </a:tblGrid>
                  <a:tr h="4509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b="-2148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972566"/>
                      </a:ext>
                    </a:extLst>
                  </a:tr>
                  <a:tr h="4509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98667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415018"/>
                      </a:ext>
                    </a:extLst>
                  </a:tr>
                  <a:tr h="5113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77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62086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E294353-1CAE-86D1-0AFF-6DFA19ABFB9A}"/>
                  </a:ext>
                </a:extLst>
              </p:cNvPr>
              <p:cNvSpPr txBox="1"/>
              <p:nvPr/>
            </p:nvSpPr>
            <p:spPr>
              <a:xfrm>
                <a:off x="8083018" y="182776"/>
                <a:ext cx="4026916" cy="608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r>
                  <a:rPr lang="en-US" sz="2800" i="1" baseline="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𝑎𝑥</m:t>
                    </m:r>
                    <m:r>
                      <a:rPr lang="en-US" sz="2800" b="0" i="1" baseline="-25000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800" i="1" baseline="-25000" dirty="0">
                  <a:effectLst/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E294353-1CAE-86D1-0AFF-6DFA19ABF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018" y="182776"/>
                <a:ext cx="4026916" cy="6086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453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EFAB0-EB68-24C3-FDDE-34181F08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5D0FBBC-38D9-225A-B133-612C5CE2141E}"/>
              </a:ext>
            </a:extLst>
          </p:cNvPr>
          <p:cNvGraphicFramePr>
            <a:graphicFrameLocks noGrp="1"/>
          </p:cNvGraphicFramePr>
          <p:nvPr/>
        </p:nvGraphicFramePr>
        <p:xfrm>
          <a:off x="805058" y="330374"/>
          <a:ext cx="10095470" cy="3001865"/>
        </p:xfrm>
        <a:graphic>
          <a:graphicData uri="http://schemas.openxmlformats.org/drawingml/2006/table">
            <a:tbl>
              <a:tblPr firstRow="1" firstCol="1" bandRow="1"/>
              <a:tblGrid>
                <a:gridCol w="10095470">
                  <a:extLst>
                    <a:ext uri="{9D8B030D-6E8A-4147-A177-3AD203B41FA5}">
                      <a16:colId xmlns:a16="http://schemas.microsoft.com/office/drawing/2014/main" val="1010133478"/>
                    </a:ext>
                  </a:extLst>
                </a:gridCol>
              </a:tblGrid>
              <a:tr h="300186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i="1" baseline="30000" dirty="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91027" marR="9102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6024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4BE369C-77E4-3037-40EF-5A8480D28D2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73749" y="56301"/>
              <a:ext cx="9854746" cy="444908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854746">
                      <a:extLst>
                        <a:ext uri="{9D8B030D-6E8A-4147-A177-3AD203B41FA5}">
                          <a16:colId xmlns:a16="http://schemas.microsoft.com/office/drawing/2014/main" val="1243837507"/>
                        </a:ext>
                      </a:extLst>
                    </a:gridCol>
                  </a:tblGrid>
                  <a:tr h="1668671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baseline="0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baseline="0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baseline="0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𝑝𝑟𝑒𝑑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i="1" baseline="0" dirty="0">
                              <a:effectLst/>
                              <a:latin typeface="+mn-lt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sz="2800" b="0" i="1" baseline="-2500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  <m:r>
                                <a:rPr lang="en-US" sz="2800" b="0" i="1" baseline="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800" b="0" i="1" baseline="-2500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sz="2800" b="0" i="1" baseline="-2500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11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sz="2800" b="0" i="1" baseline="-2500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  <m:r>
                                <a:rPr lang="en-US" sz="2800" b="0" i="1" baseline="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800" b="0" i="1" baseline="-2500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sz="2800" b="0" i="1" baseline="-2500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oMath>
                          </a14:m>
                          <a:endParaRPr lang="en-US" sz="2800" i="1" baseline="-25000" dirty="0">
                            <a:effectLst/>
                            <a:latin typeface="+mn-lt"/>
                            <a:ea typeface="Malgun Gothic" panose="020B0503020000020004" pitchFamily="34" charset="-127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800" b="0" i="1" baseline="0" dirty="0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loss</m:t>
                              </m:r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 (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Malgun Gothic" panose="020B0503020000020004" pitchFamily="34" charset="-127"/>
                                          <a:cs typeface="Times New Roman" panose="02020603050405020304" pitchFamily="18" charset="0"/>
                                        </a:rPr>
                                        <m:t>𝑝𝑟𝑒𝑑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effectLst/>
                                      <a:latin typeface="Cambria Math" panose="02040503050406030204" pitchFamily="18" charset="0"/>
                                      <a:ea typeface="Malgun Gothic" panose="020B0503020000020004" pitchFamily="34" charset="-127"/>
                                      <a:cs typeface="Times New Roman" panose="020206030504050203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effectLst/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800" i="1" baseline="30000" dirty="0">
                              <a:effectLst/>
                              <a:latin typeface="+mn-lt"/>
                              <a:ea typeface="Malgun Gothic" panose="020B0503020000020004" pitchFamily="34" charset="-127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57260350"/>
                      </a:ext>
                    </a:extLst>
                  </a:tr>
                  <a:tr h="166867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𝑙𝑜𝑠𝑠</m:t>
                                </m:r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𝑡𝑟𝑢𝑒</m:t>
                                            </m:r>
                                          </m:sub>
                                        </m:sSub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11</m:t>
                                            </m:r>
                                          </m:sub>
                                        </m:sSub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sub>
                                        </m:sSub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12</m:t>
                                            </m:r>
                                          </m:sub>
                                        </m:sSub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+mn-lt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10−</m:t>
                                        </m:r>
                                        <m:d>
                                          <m:d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1∗1∗1+1∗1∗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8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+mn-lt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10−</m:t>
                                        </m:r>
                                        <m:d>
                                          <m:d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1+</m:t>
                                                </m:r>
                                                <m:r>
                                                  <a:rPr lang="en-US" sz="28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kern="10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+mn-lt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9−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+mn-lt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=91−18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2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+mn-lt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7588821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4BE369C-77E4-3037-40EF-5A8480D28D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386842"/>
                  </p:ext>
                </p:extLst>
              </p:nvPr>
            </p:nvGraphicFramePr>
            <p:xfrm>
              <a:off x="873749" y="56301"/>
              <a:ext cx="9854746" cy="452153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854746">
                      <a:extLst>
                        <a:ext uri="{9D8B030D-6E8A-4147-A177-3AD203B41FA5}">
                          <a16:colId xmlns:a16="http://schemas.microsoft.com/office/drawing/2014/main" val="1243837507"/>
                        </a:ext>
                      </a:extLst>
                    </a:gridCol>
                  </a:tblGrid>
                  <a:tr h="16686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2" t="-365" r="-186" b="-1718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7260350"/>
                      </a:ext>
                    </a:extLst>
                  </a:tr>
                  <a:tr h="28528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2" t="-58761" r="-186" b="-6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88212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A01B68-80D3-E74C-B566-275C1D8EC724}"/>
              </a:ext>
            </a:extLst>
          </p:cNvPr>
          <p:cNvGraphicFramePr>
            <a:graphicFrameLocks noGrp="1"/>
          </p:cNvGraphicFramePr>
          <p:nvPr/>
        </p:nvGraphicFramePr>
        <p:xfrm>
          <a:off x="4598250" y="4679457"/>
          <a:ext cx="2405744" cy="2072640"/>
        </p:xfrm>
        <a:graphic>
          <a:graphicData uri="http://schemas.openxmlformats.org/drawingml/2006/table">
            <a:tbl>
              <a:tblPr firstRow="1" bandRow="1"/>
              <a:tblGrid>
                <a:gridCol w="1202872">
                  <a:extLst>
                    <a:ext uri="{9D8B030D-6E8A-4147-A177-3AD203B41FA5}">
                      <a16:colId xmlns:a16="http://schemas.microsoft.com/office/drawing/2014/main" val="2204378187"/>
                    </a:ext>
                  </a:extLst>
                </a:gridCol>
                <a:gridCol w="1202872">
                  <a:extLst>
                    <a:ext uri="{9D8B030D-6E8A-4147-A177-3AD203B41FA5}">
                      <a16:colId xmlns:a16="http://schemas.microsoft.com/office/drawing/2014/main" val="73910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00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4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7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237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239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18122-82F3-64DA-C364-805C3210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7CACFE5B-2EBC-DE53-7A3B-EAAB9DF8DDBB}"/>
              </a:ext>
            </a:extLst>
          </p:cNvPr>
          <p:cNvGrpSpPr/>
          <p:nvPr/>
        </p:nvGrpSpPr>
        <p:grpSpPr>
          <a:xfrm>
            <a:off x="6204089" y="401648"/>
            <a:ext cx="5684194" cy="3776534"/>
            <a:chOff x="3463918" y="1857154"/>
            <a:chExt cx="5684194" cy="3776534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CB083DF7-5D5C-4167-B34B-112721771446}"/>
                </a:ext>
              </a:extLst>
            </p:cNvPr>
            <p:cNvCxnSpPr/>
            <p:nvPr/>
          </p:nvCxnSpPr>
          <p:spPr>
            <a:xfrm>
              <a:off x="4186251" y="5088959"/>
              <a:ext cx="496186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5B34EF2-2A6D-C4B9-705B-8B6B559DCDA8}"/>
                </a:ext>
              </a:extLst>
            </p:cNvPr>
            <p:cNvCxnSpPr/>
            <p:nvPr/>
          </p:nvCxnSpPr>
          <p:spPr>
            <a:xfrm flipV="1">
              <a:off x="4200428" y="1857154"/>
              <a:ext cx="0" cy="32393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4C62BF8-3B7D-4E17-89E8-A885ABFD2DB9}"/>
                </a:ext>
              </a:extLst>
            </p:cNvPr>
            <p:cNvSpPr txBox="1"/>
            <p:nvPr/>
          </p:nvSpPr>
          <p:spPr>
            <a:xfrm>
              <a:off x="7945728" y="5145072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C18636-FC9F-7D42-175F-EA8861FE7C0F}"/>
                </a:ext>
              </a:extLst>
            </p:cNvPr>
            <p:cNvSpPr txBox="1"/>
            <p:nvPr/>
          </p:nvSpPr>
          <p:spPr>
            <a:xfrm rot="16200000">
              <a:off x="3414445" y="222620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Loss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49F9D84-3EF5-3A79-3DC3-689370190CDA}"/>
                </a:ext>
              </a:extLst>
            </p:cNvPr>
            <p:cNvSpPr/>
            <p:nvPr/>
          </p:nvSpPr>
          <p:spPr>
            <a:xfrm>
              <a:off x="3486791" y="2916439"/>
              <a:ext cx="3325268" cy="1613653"/>
            </a:xfrm>
            <a:custGeom>
              <a:avLst/>
              <a:gdLst>
                <a:gd name="connsiteX0" fmla="*/ 0 w 2352311"/>
                <a:gd name="connsiteY0" fmla="*/ 20941 h 1752019"/>
                <a:gd name="connsiteX1" fmla="*/ 593313 w 2352311"/>
                <a:gd name="connsiteY1" fmla="*/ 1186626 h 1752019"/>
                <a:gd name="connsiteX2" fmla="*/ 1172666 w 2352311"/>
                <a:gd name="connsiteY2" fmla="*/ 1752019 h 1752019"/>
                <a:gd name="connsiteX3" fmla="*/ 1758998 w 2352311"/>
                <a:gd name="connsiteY3" fmla="*/ 1179646 h 1752019"/>
                <a:gd name="connsiteX4" fmla="*/ 2352311 w 2352311"/>
                <a:gd name="connsiteY4" fmla="*/ 0 h 1752019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1758998"/>
                <a:gd name="connsiteY0" fmla="*/ 1186626 h 1752022"/>
                <a:gd name="connsiteX1" fmla="*/ 579353 w 1758998"/>
                <a:gd name="connsiteY1" fmla="*/ 1752019 h 1752022"/>
                <a:gd name="connsiteX2" fmla="*/ 1165685 w 1758998"/>
                <a:gd name="connsiteY2" fmla="*/ 1179646 h 1752022"/>
                <a:gd name="connsiteX3" fmla="*/ 1758998 w 1758998"/>
                <a:gd name="connsiteY3" fmla="*/ 0 h 1752022"/>
                <a:gd name="connsiteX0" fmla="*/ 0 w 1165685"/>
                <a:gd name="connsiteY0" fmla="*/ 6980 h 572376"/>
                <a:gd name="connsiteX1" fmla="*/ 579353 w 1165685"/>
                <a:gd name="connsiteY1" fmla="*/ 572373 h 572376"/>
                <a:gd name="connsiteX2" fmla="*/ 1165685 w 1165685"/>
                <a:gd name="connsiteY2" fmla="*/ 0 h 57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5685" h="572376">
                  <a:moveTo>
                    <a:pt x="0" y="6980"/>
                  </a:moveTo>
                  <a:cubicBezTo>
                    <a:pt x="195444" y="295493"/>
                    <a:pt x="385072" y="573536"/>
                    <a:pt x="579353" y="572373"/>
                  </a:cubicBezTo>
                  <a:cubicBezTo>
                    <a:pt x="773634" y="571210"/>
                    <a:pt x="967914" y="393215"/>
                    <a:pt x="116568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ABF9410-4983-9227-1713-CF3D40F3B243}"/>
                </a:ext>
              </a:extLst>
            </p:cNvPr>
            <p:cNvCxnSpPr>
              <a:cxnSpLocks/>
            </p:cNvCxnSpPr>
            <p:nvPr/>
          </p:nvCxnSpPr>
          <p:spPr>
            <a:xfrm>
              <a:off x="5149424" y="2637233"/>
              <a:ext cx="0" cy="2765622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83BEA46-6688-FC15-8EBF-C9B2E36E2B9B}"/>
                </a:ext>
              </a:extLst>
            </p:cNvPr>
            <p:cNvSpPr txBox="1"/>
            <p:nvPr/>
          </p:nvSpPr>
          <p:spPr>
            <a:xfrm>
              <a:off x="5386225" y="4424873"/>
              <a:ext cx="1532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Slope: +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267DC32-A32F-57DF-0F97-596AF54C819E}"/>
                </a:ext>
              </a:extLst>
            </p:cNvPr>
            <p:cNvSpPr txBox="1"/>
            <p:nvPr/>
          </p:nvSpPr>
          <p:spPr>
            <a:xfrm>
              <a:off x="3594179" y="517202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995E048-3D8F-CB77-5CDA-D3A8C9EF6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7163" y="3716285"/>
              <a:ext cx="748767" cy="7579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74D1256-51D2-125B-AF89-0C9F2387476A}"/>
                </a:ext>
              </a:extLst>
            </p:cNvPr>
            <p:cNvSpPr txBox="1"/>
            <p:nvPr/>
          </p:nvSpPr>
          <p:spPr>
            <a:xfrm>
              <a:off x="5015726" y="516444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9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E7F9EA9-B5AC-6790-F8D2-CDC7688228F7}"/>
                </a:ext>
              </a:extLst>
            </p:cNvPr>
            <p:cNvSpPr txBox="1"/>
            <p:nvPr/>
          </p:nvSpPr>
          <p:spPr>
            <a:xfrm>
              <a:off x="3463918" y="4413621"/>
              <a:ext cx="1532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Slope: -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5DF111B-8595-8D09-885B-EF093AACC74B}"/>
                </a:ext>
              </a:extLst>
            </p:cNvPr>
            <p:cNvCxnSpPr>
              <a:cxnSpLocks/>
            </p:cNvCxnSpPr>
            <p:nvPr/>
          </p:nvCxnSpPr>
          <p:spPr>
            <a:xfrm>
              <a:off x="3999930" y="3773163"/>
              <a:ext cx="741328" cy="7080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4C63E13-B91E-98DB-E7CB-A80CFBADBD81}"/>
              </a:ext>
            </a:extLst>
          </p:cNvPr>
          <p:cNvGrpSpPr/>
          <p:nvPr/>
        </p:nvGrpSpPr>
        <p:grpSpPr>
          <a:xfrm>
            <a:off x="602697" y="737457"/>
            <a:ext cx="5106527" cy="2740966"/>
            <a:chOff x="692681" y="631295"/>
            <a:chExt cx="5106527" cy="2740966"/>
          </a:xfrm>
        </p:grpSpPr>
        <p:sp>
          <p:nvSpPr>
            <p:cNvPr id="47" name="Flowchart: Connector 46">
              <a:extLst>
                <a:ext uri="{FF2B5EF4-FFF2-40B4-BE49-F238E27FC236}">
                  <a16:creationId xmlns:a16="http://schemas.microsoft.com/office/drawing/2014/main" id="{119C8D8B-C4B6-FFF7-206A-EFCA68AF113B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B95C2BD9-991C-C448-6C16-15D6C4FAC91E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58430B6-2FBB-06B0-9F45-26C86327769D}"/>
                </a:ext>
              </a:extLst>
            </p:cNvPr>
            <p:cNvCxnSpPr>
              <a:cxnSpLocks/>
              <a:stCxn id="47" idx="6"/>
              <a:endCxn id="51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C73EF33-EAB3-F4B9-B9E7-81D71A10F081}"/>
                </a:ext>
              </a:extLst>
            </p:cNvPr>
            <p:cNvCxnSpPr>
              <a:cxnSpLocks/>
              <a:stCxn id="47" idx="6"/>
              <a:endCxn id="52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CF0EC9E9-FBD9-98AB-656E-915A2FD0B31B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9B87A931-FDC4-CB8F-4F40-EA46FA2A5E61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BA2E4A8-9B3D-A82D-C2F2-750AC5E01E93}"/>
                </a:ext>
              </a:extLst>
            </p:cNvPr>
            <p:cNvCxnSpPr>
              <a:cxnSpLocks/>
              <a:stCxn id="52" idx="6"/>
              <a:endCxn id="48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84F431E-C664-0E6F-98A7-1637E577C92C}"/>
                </a:ext>
              </a:extLst>
            </p:cNvPr>
            <p:cNvCxnSpPr>
              <a:cxnSpLocks/>
              <a:stCxn id="51" idx="6"/>
              <a:endCxn id="48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D12E79A-3E49-3EDA-D593-5ACDAC870621}"/>
                </a:ext>
              </a:extLst>
            </p:cNvPr>
            <p:cNvSpPr txBox="1"/>
            <p:nvPr/>
          </p:nvSpPr>
          <p:spPr>
            <a:xfrm rot="18900000">
              <a:off x="1625606" y="109626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42282C3-3A43-0F5C-E8AC-6ACADFA598B3}"/>
                </a:ext>
              </a:extLst>
            </p:cNvPr>
            <p:cNvSpPr txBox="1"/>
            <p:nvPr/>
          </p:nvSpPr>
          <p:spPr>
            <a:xfrm rot="2700000">
              <a:off x="1670251" y="2269414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7073C9C-F57A-D0F2-58CD-BDBCD3858FFA}"/>
                </a:ext>
              </a:extLst>
            </p:cNvPr>
            <p:cNvSpPr txBox="1"/>
            <p:nvPr/>
          </p:nvSpPr>
          <p:spPr>
            <a:xfrm rot="2700000">
              <a:off x="3851630" y="1131627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6ADDD94-C618-A9B0-9D61-2AC34CB3424B}"/>
                </a:ext>
              </a:extLst>
            </p:cNvPr>
            <p:cNvSpPr txBox="1"/>
            <p:nvPr/>
          </p:nvSpPr>
          <p:spPr>
            <a:xfrm rot="18900000">
              <a:off x="3632849" y="195542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6C581F6-A58B-BE9A-2400-082F564F643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47482" y="3996372"/>
              <a:ext cx="5257800" cy="4973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53001188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𝑙𝑜𝑠𝑠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=91−18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40777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6C581F6-A58B-BE9A-2400-082F564F64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0615474"/>
                  </p:ext>
                </p:extLst>
              </p:nvPr>
            </p:nvGraphicFramePr>
            <p:xfrm>
              <a:off x="847482" y="3996372"/>
              <a:ext cx="5257800" cy="4973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530011886"/>
                        </a:ext>
                      </a:extLst>
                    </a:gridCol>
                  </a:tblGrid>
                  <a:tr h="4973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407774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AD3B3A-D8C9-6736-59BB-320424DBC718}"/>
              </a:ext>
            </a:extLst>
          </p:cNvPr>
          <p:cNvGraphicFramePr>
            <a:graphicFrameLocks noGrp="1"/>
          </p:cNvGraphicFramePr>
          <p:nvPr/>
        </p:nvGraphicFramePr>
        <p:xfrm>
          <a:off x="7352821" y="4358377"/>
          <a:ext cx="2405744" cy="2072640"/>
        </p:xfrm>
        <a:graphic>
          <a:graphicData uri="http://schemas.openxmlformats.org/drawingml/2006/table">
            <a:tbl>
              <a:tblPr firstRow="1" bandRow="1"/>
              <a:tblGrid>
                <a:gridCol w="1202872">
                  <a:extLst>
                    <a:ext uri="{9D8B030D-6E8A-4147-A177-3AD203B41FA5}">
                      <a16:colId xmlns:a16="http://schemas.microsoft.com/office/drawing/2014/main" val="1521775864"/>
                    </a:ext>
                  </a:extLst>
                </a:gridCol>
                <a:gridCol w="1202872">
                  <a:extLst>
                    <a:ext uri="{9D8B030D-6E8A-4147-A177-3AD203B41FA5}">
                      <a16:colId xmlns:a16="http://schemas.microsoft.com/office/drawing/2014/main" val="335979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41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15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3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9979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DFC89A-BA9C-11C0-E9AA-B2F798C48C47}"/>
                  </a:ext>
                </a:extLst>
              </p:cNvPr>
              <p:cNvSpPr txBox="1"/>
              <p:nvPr/>
            </p:nvSpPr>
            <p:spPr>
              <a:xfrm>
                <a:off x="797522" y="4820173"/>
                <a:ext cx="6097162" cy="1815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kern="100">
                          <a:latin typeface="Cambria Math" panose="020405030504060302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m:t>𝑠𝑙𝑜𝑝</m:t>
                      </m:r>
                      <m:sSub>
                        <m:sSubPr>
                          <m:ctrlPr>
                            <a:rPr lang="en-US" sz="2800" i="1" kern="100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i="1" kern="100"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</m:d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𝑙𝑜𝑠𝑠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den>
                      </m:f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=2∗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−18</m:t>
                      </m:r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𝑙𝑜𝑠𝑠</m:t>
                          </m:r>
                        </m:num>
                        <m:den>
                          <m:r>
                            <a:rPr lang="en-US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" panose="020B0604020202020204" pitchFamily="34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rial" panose="020B0604020202020204" pitchFamily="34" charset="0"/>
                                  <a:cs typeface="Times New Roman" panose="02020603050405020304" pitchFamily="18" charset="0"/>
                                </a:rPr>
                                <m:t>22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DFC89A-BA9C-11C0-E9AA-B2F798C48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22" y="4820173"/>
                <a:ext cx="6097162" cy="18154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079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190F5-7794-AF6E-8E16-98E7FC88B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A84188A3-7504-E6A9-1DF9-ACBEFC834DD7}"/>
              </a:ext>
            </a:extLst>
          </p:cNvPr>
          <p:cNvGrpSpPr/>
          <p:nvPr/>
        </p:nvGrpSpPr>
        <p:grpSpPr>
          <a:xfrm>
            <a:off x="6204089" y="401648"/>
            <a:ext cx="5684194" cy="3776534"/>
            <a:chOff x="3463918" y="1857154"/>
            <a:chExt cx="5684194" cy="3776534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65104FE8-B664-46F4-8E66-EAB6BB0CAF4C}"/>
                </a:ext>
              </a:extLst>
            </p:cNvPr>
            <p:cNvCxnSpPr/>
            <p:nvPr/>
          </p:nvCxnSpPr>
          <p:spPr>
            <a:xfrm>
              <a:off x="4186251" y="5088959"/>
              <a:ext cx="496186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08FFC54-FF98-F32A-A962-6E8E13AB3A33}"/>
                </a:ext>
              </a:extLst>
            </p:cNvPr>
            <p:cNvCxnSpPr/>
            <p:nvPr/>
          </p:nvCxnSpPr>
          <p:spPr>
            <a:xfrm flipV="1">
              <a:off x="4200428" y="1857154"/>
              <a:ext cx="0" cy="32393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C54A3C5-AED7-9D44-8FF4-8145387101EF}"/>
                </a:ext>
              </a:extLst>
            </p:cNvPr>
            <p:cNvSpPr txBox="1"/>
            <p:nvPr/>
          </p:nvSpPr>
          <p:spPr>
            <a:xfrm>
              <a:off x="7945728" y="5145072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308484-FECB-5709-25EA-67B11EEB40EE}"/>
                </a:ext>
              </a:extLst>
            </p:cNvPr>
            <p:cNvSpPr txBox="1"/>
            <p:nvPr/>
          </p:nvSpPr>
          <p:spPr>
            <a:xfrm rot="16200000">
              <a:off x="3414445" y="222620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Loss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36E6931-AEC2-5735-A523-DD2C5DAE1111}"/>
                </a:ext>
              </a:extLst>
            </p:cNvPr>
            <p:cNvSpPr/>
            <p:nvPr/>
          </p:nvSpPr>
          <p:spPr>
            <a:xfrm>
              <a:off x="3486791" y="2916439"/>
              <a:ext cx="3325268" cy="1613653"/>
            </a:xfrm>
            <a:custGeom>
              <a:avLst/>
              <a:gdLst>
                <a:gd name="connsiteX0" fmla="*/ 0 w 2352311"/>
                <a:gd name="connsiteY0" fmla="*/ 20941 h 1752019"/>
                <a:gd name="connsiteX1" fmla="*/ 593313 w 2352311"/>
                <a:gd name="connsiteY1" fmla="*/ 1186626 h 1752019"/>
                <a:gd name="connsiteX2" fmla="*/ 1172666 w 2352311"/>
                <a:gd name="connsiteY2" fmla="*/ 1752019 h 1752019"/>
                <a:gd name="connsiteX3" fmla="*/ 1758998 w 2352311"/>
                <a:gd name="connsiteY3" fmla="*/ 1179646 h 1752019"/>
                <a:gd name="connsiteX4" fmla="*/ 2352311 w 2352311"/>
                <a:gd name="connsiteY4" fmla="*/ 0 h 1752019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1758998"/>
                <a:gd name="connsiteY0" fmla="*/ 1186626 h 1752022"/>
                <a:gd name="connsiteX1" fmla="*/ 579353 w 1758998"/>
                <a:gd name="connsiteY1" fmla="*/ 1752019 h 1752022"/>
                <a:gd name="connsiteX2" fmla="*/ 1165685 w 1758998"/>
                <a:gd name="connsiteY2" fmla="*/ 1179646 h 1752022"/>
                <a:gd name="connsiteX3" fmla="*/ 1758998 w 1758998"/>
                <a:gd name="connsiteY3" fmla="*/ 0 h 1752022"/>
                <a:gd name="connsiteX0" fmla="*/ 0 w 1165685"/>
                <a:gd name="connsiteY0" fmla="*/ 6980 h 572376"/>
                <a:gd name="connsiteX1" fmla="*/ 579353 w 1165685"/>
                <a:gd name="connsiteY1" fmla="*/ 572373 h 572376"/>
                <a:gd name="connsiteX2" fmla="*/ 1165685 w 1165685"/>
                <a:gd name="connsiteY2" fmla="*/ 0 h 57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5685" h="572376">
                  <a:moveTo>
                    <a:pt x="0" y="6980"/>
                  </a:moveTo>
                  <a:cubicBezTo>
                    <a:pt x="195444" y="295493"/>
                    <a:pt x="385072" y="573536"/>
                    <a:pt x="579353" y="572373"/>
                  </a:cubicBezTo>
                  <a:cubicBezTo>
                    <a:pt x="773634" y="571210"/>
                    <a:pt x="967914" y="393215"/>
                    <a:pt x="116568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716226-A96F-A0EA-0833-DE2173FFE62C}"/>
                </a:ext>
              </a:extLst>
            </p:cNvPr>
            <p:cNvCxnSpPr>
              <a:cxnSpLocks/>
            </p:cNvCxnSpPr>
            <p:nvPr/>
          </p:nvCxnSpPr>
          <p:spPr>
            <a:xfrm>
              <a:off x="5149424" y="2637233"/>
              <a:ext cx="0" cy="2765622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B81F82-19B7-7EC9-0524-9440E33DB563}"/>
                </a:ext>
              </a:extLst>
            </p:cNvPr>
            <p:cNvSpPr txBox="1"/>
            <p:nvPr/>
          </p:nvSpPr>
          <p:spPr>
            <a:xfrm>
              <a:off x="5386225" y="4424873"/>
              <a:ext cx="1532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Slope: +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E19E60-2DCB-DA58-12EE-AD457B520BB7}"/>
                </a:ext>
              </a:extLst>
            </p:cNvPr>
            <p:cNvSpPr txBox="1"/>
            <p:nvPr/>
          </p:nvSpPr>
          <p:spPr>
            <a:xfrm>
              <a:off x="3594179" y="517202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9EEC1D4-4506-46BC-5B1E-597FE9584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7163" y="3716285"/>
              <a:ext cx="748767" cy="7579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3A01A4-89C9-E06B-AB3B-08BBF2EA949A}"/>
                </a:ext>
              </a:extLst>
            </p:cNvPr>
            <p:cNvSpPr txBox="1"/>
            <p:nvPr/>
          </p:nvSpPr>
          <p:spPr>
            <a:xfrm>
              <a:off x="5015726" y="516444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9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7755653-87DD-5EAF-7126-3991158BD4B2}"/>
                </a:ext>
              </a:extLst>
            </p:cNvPr>
            <p:cNvSpPr txBox="1"/>
            <p:nvPr/>
          </p:nvSpPr>
          <p:spPr>
            <a:xfrm>
              <a:off x="3463918" y="4413621"/>
              <a:ext cx="1532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Slope: -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5F995F8-6F5F-9CE2-D1D6-0E51208A2A2B}"/>
                </a:ext>
              </a:extLst>
            </p:cNvPr>
            <p:cNvCxnSpPr>
              <a:cxnSpLocks/>
            </p:cNvCxnSpPr>
            <p:nvPr/>
          </p:nvCxnSpPr>
          <p:spPr>
            <a:xfrm>
              <a:off x="3999930" y="3773163"/>
              <a:ext cx="741328" cy="7080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6A3F89D-49DD-C591-2A8D-4F888039878D}"/>
                </a:ext>
              </a:extLst>
            </p:cNvPr>
            <p:cNvGrpSpPr/>
            <p:nvPr/>
          </p:nvGrpSpPr>
          <p:grpSpPr>
            <a:xfrm>
              <a:off x="5135837" y="3773163"/>
              <a:ext cx="1125263" cy="772017"/>
              <a:chOff x="5135837" y="3773163"/>
              <a:chExt cx="1125263" cy="772017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14D83ADD-8629-9CA8-DA5D-16E43D2990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2150" y="4439706"/>
                <a:ext cx="176141" cy="71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DB42D2D9-637F-47B2-C9A3-241E6C3605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5837" y="4511457"/>
                <a:ext cx="161537" cy="3372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3EA96BD-DDBC-B852-C33C-2F7843BE39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5001" y="3773163"/>
                <a:ext cx="166099" cy="18556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8B174FE-36A1-5CEA-A4DD-D990FBCEEF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46229" y="3958728"/>
                <a:ext cx="148772" cy="17316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2FD3355-776F-9496-A6FB-DDF03EA05B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9282" y="4120073"/>
                <a:ext cx="107397" cy="11138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3ECAB74C-4A5C-D3B7-5082-FC53BF2D5B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67163" y="4222452"/>
                <a:ext cx="165894" cy="1269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F24BE00-F1ED-2565-C51C-0D9624F319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74377" y="4360715"/>
                <a:ext cx="172584" cy="8658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86A1C64-03A4-365B-E3E4-178AD1CB92D3}"/>
                </a:ext>
              </a:extLst>
            </p:cNvPr>
            <p:cNvGrpSpPr/>
            <p:nvPr/>
          </p:nvGrpSpPr>
          <p:grpSpPr>
            <a:xfrm flipH="1">
              <a:off x="4103414" y="3761865"/>
              <a:ext cx="1014288" cy="772017"/>
              <a:chOff x="5135837" y="3773163"/>
              <a:chExt cx="1125263" cy="772017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8A6101C9-FAB5-5F97-87AC-A96B749146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2150" y="4439706"/>
                <a:ext cx="176141" cy="71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CFDB8EEE-F672-A4C9-FA14-ECA94CE3A3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5837" y="4511457"/>
                <a:ext cx="161537" cy="3372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5940961-715D-1D8E-87B3-1687091056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5001" y="3773163"/>
                <a:ext cx="166099" cy="18556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5F60692-7CEC-72F8-40A1-1F462D93AC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46229" y="3958728"/>
                <a:ext cx="148772" cy="17316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D68C9A16-435B-FAFE-16FD-D86E141258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9282" y="4120073"/>
                <a:ext cx="107397" cy="11138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4C6E6B68-1BC8-EE76-8B4E-C2D1B7E4D5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67163" y="4222452"/>
                <a:ext cx="165894" cy="1269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AF53D09D-F604-7AEA-97CE-00C6C99DC5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74377" y="4360715"/>
                <a:ext cx="172584" cy="8658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298690C-73BF-8372-C1EE-DE3FF1A4920C}"/>
              </a:ext>
            </a:extLst>
          </p:cNvPr>
          <p:cNvGrpSpPr/>
          <p:nvPr/>
        </p:nvGrpSpPr>
        <p:grpSpPr>
          <a:xfrm>
            <a:off x="602697" y="737457"/>
            <a:ext cx="5106527" cy="2740966"/>
            <a:chOff x="692681" y="631295"/>
            <a:chExt cx="5106527" cy="2740966"/>
          </a:xfrm>
        </p:grpSpPr>
        <p:sp>
          <p:nvSpPr>
            <p:cNvPr id="47" name="Flowchart: Connector 46">
              <a:extLst>
                <a:ext uri="{FF2B5EF4-FFF2-40B4-BE49-F238E27FC236}">
                  <a16:creationId xmlns:a16="http://schemas.microsoft.com/office/drawing/2014/main" id="{359EA368-E108-765F-20C5-9426679FF558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66F99901-DCB2-8E78-5AB7-B975F353A4FF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88872F2-DE20-90FF-4713-23F90747B1A0}"/>
                </a:ext>
              </a:extLst>
            </p:cNvPr>
            <p:cNvCxnSpPr>
              <a:cxnSpLocks/>
              <a:stCxn id="47" idx="6"/>
              <a:endCxn id="51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D6849C2-631F-0CB8-7008-FE69A4CF1EC4}"/>
                </a:ext>
              </a:extLst>
            </p:cNvPr>
            <p:cNvCxnSpPr>
              <a:cxnSpLocks/>
              <a:stCxn id="47" idx="6"/>
              <a:endCxn id="52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D961A9A2-3C2F-C767-BAB5-E491D0A1395F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80898551-8399-AAF5-9446-FC2C93FE4109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7D6DEB0-5553-8968-1439-D7D0469AE9FE}"/>
                </a:ext>
              </a:extLst>
            </p:cNvPr>
            <p:cNvCxnSpPr>
              <a:cxnSpLocks/>
              <a:stCxn id="52" idx="6"/>
              <a:endCxn id="48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AEAD0C4-BBEB-594D-8ACD-2A6D8BDB0AA7}"/>
                </a:ext>
              </a:extLst>
            </p:cNvPr>
            <p:cNvCxnSpPr>
              <a:cxnSpLocks/>
              <a:stCxn id="51" idx="6"/>
              <a:endCxn id="48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3940DAD-501B-C9B9-34DF-9EE7E01116C7}"/>
                </a:ext>
              </a:extLst>
            </p:cNvPr>
            <p:cNvSpPr txBox="1"/>
            <p:nvPr/>
          </p:nvSpPr>
          <p:spPr>
            <a:xfrm rot="18900000">
              <a:off x="1625606" y="109626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92E8837-43B7-52E2-E923-C467DCFB912F}"/>
                </a:ext>
              </a:extLst>
            </p:cNvPr>
            <p:cNvSpPr txBox="1"/>
            <p:nvPr/>
          </p:nvSpPr>
          <p:spPr>
            <a:xfrm rot="2700000">
              <a:off x="1670251" y="2269414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D6CFD1F-0E4B-8AEF-85FD-7D1E36895011}"/>
                </a:ext>
              </a:extLst>
            </p:cNvPr>
            <p:cNvSpPr txBox="1"/>
            <p:nvPr/>
          </p:nvSpPr>
          <p:spPr>
            <a:xfrm rot="2700000">
              <a:off x="3851630" y="1131627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ADD85B6-964C-6EDB-3156-8865DA2FA07A}"/>
                </a:ext>
              </a:extLst>
            </p:cNvPr>
            <p:cNvSpPr txBox="1"/>
            <p:nvPr/>
          </p:nvSpPr>
          <p:spPr>
            <a:xfrm rot="18900000">
              <a:off x="3632849" y="195542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4EF67E-DBE5-E083-C15E-D0A824A08617}"/>
                  </a:ext>
                </a:extLst>
              </p:cNvPr>
              <p:cNvSpPr txBox="1"/>
              <p:nvPr/>
            </p:nvSpPr>
            <p:spPr>
              <a:xfrm>
                <a:off x="566689" y="4521934"/>
                <a:ext cx="6097162" cy="1805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e>
                      </m:d>
                      <m:r>
                        <a:rPr 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e>
                      </m:d>
                      <m:r>
                        <a:rPr lang="en-US" sz="28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ope</m:t>
                          </m:r>
                        </m:e>
                        <m:sub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2800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𝐿𝑅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i="1" kern="0" dirty="0">
                  <a:effectLst/>
                  <a:latin typeface="Cambria Math" panose="02040503050406030204" pitchFamily="18" charset="0"/>
                  <a:ea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𝐿𝑅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𝑖𝑠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𝑎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𝑣𝑒𝑟𝑦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𝑠𝑚𝑎𝑙𝑙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𝑙𝑒𝑎𝑟𝑛𝑖𝑛𝑔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 </m:t>
                      </m:r>
                      <m:r>
                        <a:rPr lang="en-US" sz="280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𝑟𝑎𝑡𝑒</m:t>
                      </m:r>
                      <m:r>
                        <a:rPr lang="en-US" sz="2800" b="0" i="1" kern="0" dirty="0" smtClean="0">
                          <a:effectLst/>
                          <a:latin typeface="Cambria Math" panose="02040503050406030204" pitchFamily="18" charset="0"/>
                          <a:ea typeface="Arial" panose="020B0604020202020204" pitchFamily="34" charset="0"/>
                        </a:rPr>
                        <m:t>=0.0001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4EF67E-DBE5-E083-C15E-D0A824A08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9" y="4521934"/>
                <a:ext cx="6097162" cy="18059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5319B79-447A-0F2F-0F15-EAD9C238104A}"/>
              </a:ext>
            </a:extLst>
          </p:cNvPr>
          <p:cNvGraphicFramePr>
            <a:graphicFrameLocks noGrp="1"/>
          </p:cNvGraphicFramePr>
          <p:nvPr/>
        </p:nvGraphicFramePr>
        <p:xfrm>
          <a:off x="7352821" y="4358377"/>
          <a:ext cx="2405744" cy="2072640"/>
        </p:xfrm>
        <a:graphic>
          <a:graphicData uri="http://schemas.openxmlformats.org/drawingml/2006/table">
            <a:tbl>
              <a:tblPr firstRow="1" bandRow="1"/>
              <a:tblGrid>
                <a:gridCol w="1202872">
                  <a:extLst>
                    <a:ext uri="{9D8B030D-6E8A-4147-A177-3AD203B41FA5}">
                      <a16:colId xmlns:a16="http://schemas.microsoft.com/office/drawing/2014/main" val="1521775864"/>
                    </a:ext>
                  </a:extLst>
                </a:gridCol>
                <a:gridCol w="1202872">
                  <a:extLst>
                    <a:ext uri="{9D8B030D-6E8A-4147-A177-3AD203B41FA5}">
                      <a16:colId xmlns:a16="http://schemas.microsoft.com/office/drawing/2014/main" val="335979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41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15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3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99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829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ACC7A-60C9-E058-E740-E850D3007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BC01BDF7-A2B2-E35A-F9BC-93F57A1619A1}"/>
              </a:ext>
            </a:extLst>
          </p:cNvPr>
          <p:cNvGrpSpPr/>
          <p:nvPr/>
        </p:nvGrpSpPr>
        <p:grpSpPr>
          <a:xfrm>
            <a:off x="602697" y="737457"/>
            <a:ext cx="5106527" cy="2740966"/>
            <a:chOff x="692681" y="631295"/>
            <a:chExt cx="5106527" cy="2740966"/>
          </a:xfrm>
        </p:grpSpPr>
        <p:sp>
          <p:nvSpPr>
            <p:cNvPr id="47" name="Flowchart: Connector 46">
              <a:extLst>
                <a:ext uri="{FF2B5EF4-FFF2-40B4-BE49-F238E27FC236}">
                  <a16:creationId xmlns:a16="http://schemas.microsoft.com/office/drawing/2014/main" id="{50F0AA18-73AB-7180-15A1-9D3B9A9C3A81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17C8277C-B528-A44F-390A-D7B10E19CF2F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D3828AF-150A-79B1-61FE-C2613366C36E}"/>
                </a:ext>
              </a:extLst>
            </p:cNvPr>
            <p:cNvCxnSpPr>
              <a:cxnSpLocks/>
              <a:stCxn id="47" idx="6"/>
              <a:endCxn id="51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0476779-5F44-367B-4712-422134DA6156}"/>
                </a:ext>
              </a:extLst>
            </p:cNvPr>
            <p:cNvCxnSpPr>
              <a:cxnSpLocks/>
              <a:stCxn id="47" idx="6"/>
              <a:endCxn id="52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C655715E-3478-DDA6-78D6-AFBD12B524DC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7B697D5D-D8F3-7A9A-F039-BBCAE7BF4EFC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C6F6AC4-9DF3-7D6D-F183-894E58DC3319}"/>
                </a:ext>
              </a:extLst>
            </p:cNvPr>
            <p:cNvCxnSpPr>
              <a:cxnSpLocks/>
              <a:stCxn id="52" idx="6"/>
              <a:endCxn id="48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29C7993-0F93-5805-5B8D-03ACE8CF7589}"/>
                </a:ext>
              </a:extLst>
            </p:cNvPr>
            <p:cNvCxnSpPr>
              <a:cxnSpLocks/>
              <a:stCxn id="51" idx="6"/>
              <a:endCxn id="48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967BB9D-AC07-D6DC-D447-2E97EC3EC7FD}"/>
                </a:ext>
              </a:extLst>
            </p:cNvPr>
            <p:cNvSpPr txBox="1"/>
            <p:nvPr/>
          </p:nvSpPr>
          <p:spPr>
            <a:xfrm rot="18900000">
              <a:off x="1625606" y="109626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6DB6DB6-4070-39ED-6541-CB9EDFE246C1}"/>
                </a:ext>
              </a:extLst>
            </p:cNvPr>
            <p:cNvSpPr txBox="1"/>
            <p:nvPr/>
          </p:nvSpPr>
          <p:spPr>
            <a:xfrm rot="2700000">
              <a:off x="1670251" y="2269414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4377A5F-36B9-E690-C805-87AC32BC7C9B}"/>
                </a:ext>
              </a:extLst>
            </p:cNvPr>
            <p:cNvSpPr txBox="1"/>
            <p:nvPr/>
          </p:nvSpPr>
          <p:spPr>
            <a:xfrm rot="2700000">
              <a:off x="3851630" y="1131627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37F51F2-5783-DFF8-A718-BA475BEB8727}"/>
                </a:ext>
              </a:extLst>
            </p:cNvPr>
            <p:cNvSpPr txBox="1"/>
            <p:nvPr/>
          </p:nvSpPr>
          <p:spPr>
            <a:xfrm rot="18900000">
              <a:off x="3632849" y="1955428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C42D78F-54F7-C270-5E90-E568E7B64B77}"/>
              </a:ext>
            </a:extLst>
          </p:cNvPr>
          <p:cNvGraphicFramePr>
            <a:graphicFrameLocks noGrp="1"/>
          </p:cNvGraphicFramePr>
          <p:nvPr/>
        </p:nvGraphicFramePr>
        <p:xfrm>
          <a:off x="7352821" y="4358377"/>
          <a:ext cx="2405744" cy="2072640"/>
        </p:xfrm>
        <a:graphic>
          <a:graphicData uri="http://schemas.openxmlformats.org/drawingml/2006/table">
            <a:tbl>
              <a:tblPr firstRow="1" bandRow="1"/>
              <a:tblGrid>
                <a:gridCol w="1202872">
                  <a:extLst>
                    <a:ext uri="{9D8B030D-6E8A-4147-A177-3AD203B41FA5}">
                      <a16:colId xmlns:a16="http://schemas.microsoft.com/office/drawing/2014/main" val="1521775864"/>
                    </a:ext>
                  </a:extLst>
                </a:gridCol>
                <a:gridCol w="1202872">
                  <a:extLst>
                    <a:ext uri="{9D8B030D-6E8A-4147-A177-3AD203B41FA5}">
                      <a16:colId xmlns:a16="http://schemas.microsoft.com/office/drawing/2014/main" val="335979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41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15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3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99793"/>
                  </a:ext>
                </a:extLst>
              </a:tr>
            </a:tbl>
          </a:graphicData>
        </a:graphic>
      </p:graphicFrame>
      <p:grpSp>
        <p:nvGrpSpPr>
          <p:cNvPr id="90" name="Group 89">
            <a:extLst>
              <a:ext uri="{FF2B5EF4-FFF2-40B4-BE49-F238E27FC236}">
                <a16:creationId xmlns:a16="http://schemas.microsoft.com/office/drawing/2014/main" id="{DDBA0C72-707C-067E-A443-F0AB22C8068C}"/>
              </a:ext>
            </a:extLst>
          </p:cNvPr>
          <p:cNvGrpSpPr/>
          <p:nvPr/>
        </p:nvGrpSpPr>
        <p:grpSpPr>
          <a:xfrm>
            <a:off x="5549221" y="596807"/>
            <a:ext cx="5671472" cy="3406180"/>
            <a:chOff x="1291328" y="1857154"/>
            <a:chExt cx="7856784" cy="471863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32DC5C6-65DB-E5D1-CA9C-9BAAEE6F9BD7}"/>
                </a:ext>
              </a:extLst>
            </p:cNvPr>
            <p:cNvSpPr/>
            <p:nvPr/>
          </p:nvSpPr>
          <p:spPr>
            <a:xfrm>
              <a:off x="4920817" y="2582638"/>
              <a:ext cx="578630" cy="1962401"/>
            </a:xfrm>
            <a:custGeom>
              <a:avLst/>
              <a:gdLst>
                <a:gd name="connsiteX0" fmla="*/ 0 w 2352311"/>
                <a:gd name="connsiteY0" fmla="*/ 20941 h 1752019"/>
                <a:gd name="connsiteX1" fmla="*/ 593313 w 2352311"/>
                <a:gd name="connsiteY1" fmla="*/ 1186626 h 1752019"/>
                <a:gd name="connsiteX2" fmla="*/ 1172666 w 2352311"/>
                <a:gd name="connsiteY2" fmla="*/ 1752019 h 1752019"/>
                <a:gd name="connsiteX3" fmla="*/ 1758998 w 2352311"/>
                <a:gd name="connsiteY3" fmla="*/ 1179646 h 1752019"/>
                <a:gd name="connsiteX4" fmla="*/ 2352311 w 2352311"/>
                <a:gd name="connsiteY4" fmla="*/ 0 h 1752019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1758998"/>
                <a:gd name="connsiteY0" fmla="*/ 1186626 h 1752022"/>
                <a:gd name="connsiteX1" fmla="*/ 579353 w 1758998"/>
                <a:gd name="connsiteY1" fmla="*/ 1752019 h 1752022"/>
                <a:gd name="connsiteX2" fmla="*/ 1165685 w 1758998"/>
                <a:gd name="connsiteY2" fmla="*/ 1179646 h 1752022"/>
                <a:gd name="connsiteX3" fmla="*/ 1758998 w 1758998"/>
                <a:gd name="connsiteY3" fmla="*/ 0 h 1752022"/>
                <a:gd name="connsiteX0" fmla="*/ 0 w 1165685"/>
                <a:gd name="connsiteY0" fmla="*/ 6980 h 572376"/>
                <a:gd name="connsiteX1" fmla="*/ 579353 w 1165685"/>
                <a:gd name="connsiteY1" fmla="*/ 572373 h 572376"/>
                <a:gd name="connsiteX2" fmla="*/ 1165685 w 1165685"/>
                <a:gd name="connsiteY2" fmla="*/ 0 h 572376"/>
                <a:gd name="connsiteX0" fmla="*/ 0 w 1020146"/>
                <a:gd name="connsiteY0" fmla="*/ 184281 h 576769"/>
                <a:gd name="connsiteX1" fmla="*/ 433814 w 1020146"/>
                <a:gd name="connsiteY1" fmla="*/ 572373 h 576769"/>
                <a:gd name="connsiteX2" fmla="*/ 1020146 w 1020146"/>
                <a:gd name="connsiteY2" fmla="*/ 0 h 576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0146" h="576769">
                  <a:moveTo>
                    <a:pt x="0" y="184281"/>
                  </a:moveTo>
                  <a:cubicBezTo>
                    <a:pt x="195444" y="472794"/>
                    <a:pt x="263790" y="603087"/>
                    <a:pt x="433814" y="572373"/>
                  </a:cubicBezTo>
                  <a:cubicBezTo>
                    <a:pt x="603838" y="541660"/>
                    <a:pt x="822375" y="393215"/>
                    <a:pt x="1020146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9F703B4-DC8E-5626-30B9-78F290EDAC94}"/>
                </a:ext>
              </a:extLst>
            </p:cNvPr>
            <p:cNvCxnSpPr/>
            <p:nvPr/>
          </p:nvCxnSpPr>
          <p:spPr>
            <a:xfrm>
              <a:off x="4186251" y="5088959"/>
              <a:ext cx="4961861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5C5783C-C0AC-07AD-D8CC-68222C3F0CFB}"/>
                </a:ext>
              </a:extLst>
            </p:cNvPr>
            <p:cNvCxnSpPr/>
            <p:nvPr/>
          </p:nvCxnSpPr>
          <p:spPr>
            <a:xfrm flipV="1">
              <a:off x="4200428" y="1857154"/>
              <a:ext cx="0" cy="32393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35125C-92AC-E19F-8357-2D92B700D3DD}"/>
                </a:ext>
              </a:extLst>
            </p:cNvPr>
            <p:cNvSpPr txBox="1"/>
            <p:nvPr/>
          </p:nvSpPr>
          <p:spPr>
            <a:xfrm>
              <a:off x="1472657" y="6114126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1A586A-436B-89B4-961E-1ACC440DB4F6}"/>
                </a:ext>
              </a:extLst>
            </p:cNvPr>
            <p:cNvSpPr txBox="1"/>
            <p:nvPr/>
          </p:nvSpPr>
          <p:spPr>
            <a:xfrm rot="16200000">
              <a:off x="3414445" y="222620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Loss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48F0EA-C3F8-87DC-72E7-5E26CAAE0C2A}"/>
                </a:ext>
              </a:extLst>
            </p:cNvPr>
            <p:cNvSpPr/>
            <p:nvPr/>
          </p:nvSpPr>
          <p:spPr>
            <a:xfrm>
              <a:off x="3486791" y="2916439"/>
              <a:ext cx="3325268" cy="1613653"/>
            </a:xfrm>
            <a:custGeom>
              <a:avLst/>
              <a:gdLst>
                <a:gd name="connsiteX0" fmla="*/ 0 w 2352311"/>
                <a:gd name="connsiteY0" fmla="*/ 20941 h 1752019"/>
                <a:gd name="connsiteX1" fmla="*/ 593313 w 2352311"/>
                <a:gd name="connsiteY1" fmla="*/ 1186626 h 1752019"/>
                <a:gd name="connsiteX2" fmla="*/ 1172666 w 2352311"/>
                <a:gd name="connsiteY2" fmla="*/ 1752019 h 1752019"/>
                <a:gd name="connsiteX3" fmla="*/ 1758998 w 2352311"/>
                <a:gd name="connsiteY3" fmla="*/ 1179646 h 1752019"/>
                <a:gd name="connsiteX4" fmla="*/ 2352311 w 2352311"/>
                <a:gd name="connsiteY4" fmla="*/ 0 h 1752019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2352311"/>
                <a:gd name="connsiteY0" fmla="*/ 20941 h 1752022"/>
                <a:gd name="connsiteX1" fmla="*/ 593313 w 2352311"/>
                <a:gd name="connsiteY1" fmla="*/ 1186626 h 1752022"/>
                <a:gd name="connsiteX2" fmla="*/ 1172666 w 2352311"/>
                <a:gd name="connsiteY2" fmla="*/ 1752019 h 1752022"/>
                <a:gd name="connsiteX3" fmla="*/ 1758998 w 2352311"/>
                <a:gd name="connsiteY3" fmla="*/ 1179646 h 1752022"/>
                <a:gd name="connsiteX4" fmla="*/ 2352311 w 2352311"/>
                <a:gd name="connsiteY4" fmla="*/ 0 h 1752022"/>
                <a:gd name="connsiteX0" fmla="*/ 0 w 1758998"/>
                <a:gd name="connsiteY0" fmla="*/ 1186626 h 1752022"/>
                <a:gd name="connsiteX1" fmla="*/ 579353 w 1758998"/>
                <a:gd name="connsiteY1" fmla="*/ 1752019 h 1752022"/>
                <a:gd name="connsiteX2" fmla="*/ 1165685 w 1758998"/>
                <a:gd name="connsiteY2" fmla="*/ 1179646 h 1752022"/>
                <a:gd name="connsiteX3" fmla="*/ 1758998 w 1758998"/>
                <a:gd name="connsiteY3" fmla="*/ 0 h 1752022"/>
                <a:gd name="connsiteX0" fmla="*/ 0 w 1165685"/>
                <a:gd name="connsiteY0" fmla="*/ 6980 h 572376"/>
                <a:gd name="connsiteX1" fmla="*/ 579353 w 1165685"/>
                <a:gd name="connsiteY1" fmla="*/ 572373 h 572376"/>
                <a:gd name="connsiteX2" fmla="*/ 1165685 w 1165685"/>
                <a:gd name="connsiteY2" fmla="*/ 0 h 57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5685" h="572376">
                  <a:moveTo>
                    <a:pt x="0" y="6980"/>
                  </a:moveTo>
                  <a:cubicBezTo>
                    <a:pt x="195444" y="295493"/>
                    <a:pt x="385072" y="573536"/>
                    <a:pt x="579353" y="572373"/>
                  </a:cubicBezTo>
                  <a:cubicBezTo>
                    <a:pt x="773634" y="571210"/>
                    <a:pt x="967914" y="393215"/>
                    <a:pt x="116568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743B5E8-0D5A-B25E-8707-55C189665286}"/>
                </a:ext>
              </a:extLst>
            </p:cNvPr>
            <p:cNvCxnSpPr>
              <a:cxnSpLocks/>
            </p:cNvCxnSpPr>
            <p:nvPr/>
          </p:nvCxnSpPr>
          <p:spPr>
            <a:xfrm>
              <a:off x="5149424" y="2637233"/>
              <a:ext cx="0" cy="2765622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C2607BA-4DA6-BDC3-B35B-D5FACB250B19}"/>
                </a:ext>
              </a:extLst>
            </p:cNvPr>
            <p:cNvSpPr txBox="1"/>
            <p:nvPr/>
          </p:nvSpPr>
          <p:spPr>
            <a:xfrm>
              <a:off x="3594179" y="5172023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821E128-8256-055A-6D8F-6AF2F1647444}"/>
                </a:ext>
              </a:extLst>
            </p:cNvPr>
            <p:cNvGrpSpPr/>
            <p:nvPr/>
          </p:nvGrpSpPr>
          <p:grpSpPr>
            <a:xfrm>
              <a:off x="5135837" y="3773163"/>
              <a:ext cx="1125263" cy="772017"/>
              <a:chOff x="5135837" y="3773163"/>
              <a:chExt cx="1125263" cy="772017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D8394B4A-D3DF-33AE-BD39-48C82DA5F5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2150" y="4439706"/>
                <a:ext cx="176141" cy="71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653A39AE-6640-ABCC-B058-8988DC103A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5837" y="4511457"/>
                <a:ext cx="161537" cy="3372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5CF1633D-24D5-63FF-6CFD-F4D922AF08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5001" y="3773163"/>
                <a:ext cx="166099" cy="18556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7AD28805-1305-D52F-0A3C-D1BB91CB4A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46229" y="3958728"/>
                <a:ext cx="148772" cy="17316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7A25BC7E-C2EF-EBC1-46A7-33AB06CF3F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9282" y="4120073"/>
                <a:ext cx="107397" cy="11138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F38C70CA-6D03-D25C-7C8E-AF59626233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67163" y="4222452"/>
                <a:ext cx="165894" cy="1269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ED37F248-5F4B-E755-D0E1-FCE92A8C61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74377" y="4360715"/>
                <a:ext cx="172584" cy="8658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A03850D-7113-8D4B-1929-57BDA9E9F8EF}"/>
                </a:ext>
              </a:extLst>
            </p:cNvPr>
            <p:cNvGrpSpPr/>
            <p:nvPr/>
          </p:nvGrpSpPr>
          <p:grpSpPr>
            <a:xfrm flipH="1">
              <a:off x="4103414" y="3761865"/>
              <a:ext cx="1014288" cy="772017"/>
              <a:chOff x="5135837" y="3773163"/>
              <a:chExt cx="1125263" cy="772017"/>
            </a:xfrm>
          </p:grpSpPr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14E637EA-FC02-2EFB-BEB3-42392F31C0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02150" y="4439706"/>
                <a:ext cx="176141" cy="71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B8C59084-DB07-A159-F5F1-7F154C144E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35837" y="4511457"/>
                <a:ext cx="161537" cy="3372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F1C4E918-531E-8692-A758-0BA6F3BDF0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5001" y="3773163"/>
                <a:ext cx="166099" cy="18556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FA665A84-78C1-1615-C981-00E2B6541F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46229" y="3958728"/>
                <a:ext cx="148772" cy="17316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73EC45B9-313E-FBF3-6DFB-CFC476501B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39282" y="4120073"/>
                <a:ext cx="107397" cy="11138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5D832C8B-A23E-7437-6EBD-31B7B691BC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67163" y="4222452"/>
                <a:ext cx="165894" cy="1269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D4BA528C-2DA4-3980-205C-FC289D7811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74377" y="4360715"/>
                <a:ext cx="172584" cy="86584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C96D4E7B-615D-CE9A-01C8-2707C58D9B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1328" y="5088959"/>
              <a:ext cx="2894923" cy="125600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29B444C-F0FD-1BCF-7E78-C6C6CEFBC8D2}"/>
                </a:ext>
              </a:extLst>
            </p:cNvPr>
            <p:cNvSpPr txBox="1"/>
            <p:nvPr/>
          </p:nvSpPr>
          <p:spPr>
            <a:xfrm>
              <a:off x="8098128" y="5297472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320B2CE-91B4-D9DA-7C3A-36957B5A1972}"/>
                </a:ext>
              </a:extLst>
            </p:cNvPr>
            <p:cNvSpPr/>
            <p:nvPr/>
          </p:nvSpPr>
          <p:spPr>
            <a:xfrm>
              <a:off x="3463918" y="2590215"/>
              <a:ext cx="3371013" cy="62227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A9315ED-35B6-482D-291A-312E9588DEFB}"/>
                </a:ext>
              </a:extLst>
            </p:cNvPr>
            <p:cNvGrpSpPr/>
            <p:nvPr/>
          </p:nvGrpSpPr>
          <p:grpSpPr>
            <a:xfrm>
              <a:off x="4956557" y="3865945"/>
              <a:ext cx="394898" cy="667831"/>
              <a:chOff x="4255814" y="3914265"/>
              <a:chExt cx="2157686" cy="783315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C2F95961-D538-08AC-015B-A8202B0AB367}"/>
                  </a:ext>
                </a:extLst>
              </p:cNvPr>
              <p:cNvGrpSpPr/>
              <p:nvPr/>
            </p:nvGrpSpPr>
            <p:grpSpPr>
              <a:xfrm>
                <a:off x="5288237" y="3925563"/>
                <a:ext cx="1125263" cy="772017"/>
                <a:chOff x="5135837" y="3773163"/>
                <a:chExt cx="1125263" cy="772017"/>
              </a:xfrm>
            </p:grpSpPr>
            <p:cxnSp>
              <p:nvCxnSpPr>
                <p:cNvPr id="83" name="Straight Arrow Connector 82">
                  <a:extLst>
                    <a:ext uri="{FF2B5EF4-FFF2-40B4-BE49-F238E27FC236}">
                      <a16:creationId xmlns:a16="http://schemas.microsoft.com/office/drawing/2014/main" id="{591DD728-254A-B657-7D7B-6255A72175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2150" y="4439706"/>
                  <a:ext cx="176141" cy="71751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26175D33-7C36-72FD-CCFB-EC83E81F45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35837" y="4511457"/>
                  <a:ext cx="161537" cy="33723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B4745AE2-E989-5B24-01DB-DC40FF6A7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5001" y="3773163"/>
                  <a:ext cx="166099" cy="185565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Arrow Connector 85">
                  <a:extLst>
                    <a:ext uri="{FF2B5EF4-FFF2-40B4-BE49-F238E27FC236}">
                      <a16:creationId xmlns:a16="http://schemas.microsoft.com/office/drawing/2014/main" id="{EAAB672E-F835-F2F8-6C07-862C6AC35E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46229" y="3958728"/>
                  <a:ext cx="148772" cy="173167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CBD41411-4E4E-F8B5-890A-6182310FDC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39282" y="4120073"/>
                  <a:ext cx="107397" cy="111380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Arrow Connector 87">
                  <a:extLst>
                    <a:ext uri="{FF2B5EF4-FFF2-40B4-BE49-F238E27FC236}">
                      <a16:creationId xmlns:a16="http://schemas.microsoft.com/office/drawing/2014/main" id="{B3277F3E-930B-83CD-3A6E-66EFCB840B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67163" y="4222452"/>
                  <a:ext cx="165894" cy="126938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id="{8C7B45B1-637E-AB70-2B72-DC9F506178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74377" y="4360715"/>
                  <a:ext cx="172584" cy="86584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E7C812BE-9011-CB63-B271-0883FF9940F1}"/>
                  </a:ext>
                </a:extLst>
              </p:cNvPr>
              <p:cNvGrpSpPr/>
              <p:nvPr/>
            </p:nvGrpSpPr>
            <p:grpSpPr>
              <a:xfrm flipH="1">
                <a:off x="4255814" y="3914265"/>
                <a:ext cx="1014288" cy="772017"/>
                <a:chOff x="5135837" y="3773163"/>
                <a:chExt cx="1125263" cy="772017"/>
              </a:xfrm>
            </p:grpSpPr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5D860507-9943-556A-CFB6-885361E3B4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2150" y="4439706"/>
                  <a:ext cx="176141" cy="71751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24AD1986-DBA9-A806-990C-72C0E3BEF9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35837" y="4511457"/>
                  <a:ext cx="161537" cy="33723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23A4906F-F80C-8158-841F-AA66CE4848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5001" y="3773163"/>
                  <a:ext cx="166099" cy="185565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B8471152-D6BB-A4E7-D575-8657B29536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46229" y="3958728"/>
                  <a:ext cx="148772" cy="173167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86E1525D-43D6-47B0-E774-B10D7273C2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39282" y="4120073"/>
                  <a:ext cx="107397" cy="111380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F0C376A6-D1E7-402F-A2B6-E4D95BBD51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67163" y="4222452"/>
                  <a:ext cx="165894" cy="126938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D43F53A9-6DAF-7DFE-E2E4-E576CC2E83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74377" y="4360715"/>
                  <a:ext cx="172584" cy="86584"/>
                </a:xfrm>
                <a:prstGeom prst="straightConnector1">
                  <a:avLst/>
                </a:prstGeom>
                <a:ln w="38100">
                  <a:solidFill>
                    <a:schemeClr val="accent6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2" name="Table 91">
                <a:extLst>
                  <a:ext uri="{FF2B5EF4-FFF2-40B4-BE49-F238E27FC236}">
                    <a16:creationId xmlns:a16="http://schemas.microsoft.com/office/drawing/2014/main" id="{08079733-B81F-E03D-71BA-F2CE76740EC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2697" y="4239781"/>
              <a:ext cx="6412356" cy="98145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412356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𝑠𝑙𝑜𝑝</m:t>
                                </m:r>
                                <m:sSub>
                                  <m:sSubPr>
                                    <m:ctrlP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𝑠𝑙𝑜𝑝</m:t>
                                </m:r>
                                <m:sSub>
                                  <m:sSubPr>
                                    <m:ctrlP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2" name="Table 91">
                <a:extLst>
                  <a:ext uri="{FF2B5EF4-FFF2-40B4-BE49-F238E27FC236}">
                    <a16:creationId xmlns:a16="http://schemas.microsoft.com/office/drawing/2014/main" id="{08079733-B81F-E03D-71BA-F2CE76740E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439939"/>
                  </p:ext>
                </p:extLst>
              </p:nvPr>
            </p:nvGraphicFramePr>
            <p:xfrm>
              <a:off x="602697" y="4239781"/>
              <a:ext cx="6412356" cy="98145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412356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490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490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4448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CDD6-2D40-AF6A-A6EB-8A4ABBCA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A435AD3-914D-3103-667A-E7492D418B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677" y="490155"/>
              <a:ext cx="10720932" cy="24117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720932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𝑠𝑙𝑜𝑝</m:t>
                                </m:r>
                                <m:sSub>
                                  <m:sSubPr>
                                    <m:ctrlP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𝑠𝑙𝑜𝑝</m:t>
                                </m:r>
                                <m:sSub>
                                  <m:sSubPr>
                                    <m:ctrlP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𝑠𝑙𝑜𝑝</m:t>
                                </m:r>
                                <m:sSub>
                                  <m:sSubPr>
                                    <m:ctrlP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507934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𝑠𝑙𝑜𝑝</m:t>
                                </m:r>
                                <m:sSub>
                                  <m:sSubPr>
                                    <m:ctrlP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64868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endParaRPr lang="en-US" sz="2800" i="1" kern="100" dirty="0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4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A435AD3-914D-3103-667A-E7492D418B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9772005"/>
                  </p:ext>
                </p:extLst>
              </p:nvPr>
            </p:nvGraphicFramePr>
            <p:xfrm>
              <a:off x="670677" y="490155"/>
              <a:ext cx="10720932" cy="24117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720932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490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b="-3901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490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0000" b="-2901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  <a:tr h="490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02500" b="-19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793471"/>
                      </a:ext>
                    </a:extLst>
                  </a:tr>
                  <a:tr h="490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98765" b="-913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486855"/>
                      </a:ext>
                    </a:extLst>
                  </a:tr>
                  <a:tr h="44888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endParaRPr lang="en-US" sz="2800" i="1" kern="100" dirty="0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4493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C028EE9-1BDD-5506-5672-7AEAE5BDE1A3}"/>
              </a:ext>
            </a:extLst>
          </p:cNvPr>
          <p:cNvGrpSpPr/>
          <p:nvPr/>
        </p:nvGrpSpPr>
        <p:grpSpPr>
          <a:xfrm>
            <a:off x="587171" y="3429000"/>
            <a:ext cx="4434385" cy="2380189"/>
            <a:chOff x="692681" y="631295"/>
            <a:chExt cx="5106527" cy="2740966"/>
          </a:xfrm>
        </p:grpSpPr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73274A34-DCBA-2597-9D20-6A1CDB74A3D4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9041F640-B5AC-FF55-0D42-5406D5D756C0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C06C753-3867-F33A-4F83-F9115D502D3E}"/>
                </a:ext>
              </a:extLst>
            </p:cNvPr>
            <p:cNvCxnSpPr>
              <a:cxnSpLocks/>
              <a:stCxn id="12" idx="6"/>
              <a:endCxn id="16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15EA8BD-CB0A-7A7A-CBC3-5D39D0FD7742}"/>
                </a:ext>
              </a:extLst>
            </p:cNvPr>
            <p:cNvCxnSpPr>
              <a:cxnSpLocks/>
              <a:stCxn id="12" idx="6"/>
              <a:endCxn id="17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F8475B7F-5E0F-6646-3700-0901E99181EB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B0BE9F9B-8662-756C-6307-22BA00898753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D05DACB-4EE0-5B9B-5D02-98EB86B45CB4}"/>
                </a:ext>
              </a:extLst>
            </p:cNvPr>
            <p:cNvCxnSpPr>
              <a:cxnSpLocks/>
              <a:stCxn id="17" idx="6"/>
              <a:endCxn id="13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7E8EFEF-E37A-71D6-66DB-45557ACC36CB}"/>
                </a:ext>
              </a:extLst>
            </p:cNvPr>
            <p:cNvCxnSpPr>
              <a:cxnSpLocks/>
              <a:stCxn id="16" idx="6"/>
              <a:endCxn id="13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06D471F-C90E-7B8E-BF3A-2321BC361005}"/>
                </a:ext>
              </a:extLst>
            </p:cNvPr>
            <p:cNvSpPr txBox="1"/>
            <p:nvPr/>
          </p:nvSpPr>
          <p:spPr>
            <a:xfrm rot="18900000">
              <a:off x="1625606" y="109626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D1CE675-0ACA-B178-94B8-4D4E6EF2A5D6}"/>
                </a:ext>
              </a:extLst>
            </p:cNvPr>
            <p:cNvSpPr txBox="1"/>
            <p:nvPr/>
          </p:nvSpPr>
          <p:spPr>
            <a:xfrm rot="2700000">
              <a:off x="1670251" y="2269414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787CD3D-AE93-1660-ED1A-6E27C75BD469}"/>
                </a:ext>
              </a:extLst>
            </p:cNvPr>
            <p:cNvSpPr txBox="1"/>
            <p:nvPr/>
          </p:nvSpPr>
          <p:spPr>
            <a:xfrm rot="2700000">
              <a:off x="3851630" y="1131627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4C26EBF-498C-EF2F-EF41-D6D9D8AC2A36}"/>
                </a:ext>
              </a:extLst>
            </p:cNvPr>
            <p:cNvSpPr txBox="1"/>
            <p:nvPr/>
          </p:nvSpPr>
          <p:spPr>
            <a:xfrm rot="18900000">
              <a:off x="3583414" y="1905260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7CAD8BB-581D-7238-34AC-EFA01CB89C3A}"/>
              </a:ext>
            </a:extLst>
          </p:cNvPr>
          <p:cNvGrpSpPr/>
          <p:nvPr/>
        </p:nvGrpSpPr>
        <p:grpSpPr>
          <a:xfrm>
            <a:off x="6096000" y="2728771"/>
            <a:ext cx="5364828" cy="3517750"/>
            <a:chOff x="6673026" y="1472812"/>
            <a:chExt cx="5364828" cy="351775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B16B8EA-89E1-1D17-00BA-8EFFA0CB65EA}"/>
                </a:ext>
              </a:extLst>
            </p:cNvPr>
            <p:cNvGrpSpPr/>
            <p:nvPr/>
          </p:nvGrpSpPr>
          <p:grpSpPr>
            <a:xfrm>
              <a:off x="6673026" y="1472812"/>
              <a:ext cx="5364828" cy="3332892"/>
              <a:chOff x="1291328" y="1857154"/>
              <a:chExt cx="7856784" cy="4718637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F434387-5B23-86F2-62B6-AD6D64D5C2C2}"/>
                  </a:ext>
                </a:extLst>
              </p:cNvPr>
              <p:cNvSpPr/>
              <p:nvPr/>
            </p:nvSpPr>
            <p:spPr>
              <a:xfrm>
                <a:off x="4920817" y="2582638"/>
                <a:ext cx="578630" cy="1962401"/>
              </a:xfrm>
              <a:custGeom>
                <a:avLst/>
                <a:gdLst>
                  <a:gd name="connsiteX0" fmla="*/ 0 w 2352311"/>
                  <a:gd name="connsiteY0" fmla="*/ 20941 h 1752019"/>
                  <a:gd name="connsiteX1" fmla="*/ 593313 w 2352311"/>
                  <a:gd name="connsiteY1" fmla="*/ 1186626 h 1752019"/>
                  <a:gd name="connsiteX2" fmla="*/ 1172666 w 2352311"/>
                  <a:gd name="connsiteY2" fmla="*/ 1752019 h 1752019"/>
                  <a:gd name="connsiteX3" fmla="*/ 1758998 w 2352311"/>
                  <a:gd name="connsiteY3" fmla="*/ 1179646 h 1752019"/>
                  <a:gd name="connsiteX4" fmla="*/ 2352311 w 2352311"/>
                  <a:gd name="connsiteY4" fmla="*/ 0 h 1752019"/>
                  <a:gd name="connsiteX0" fmla="*/ 0 w 2352311"/>
                  <a:gd name="connsiteY0" fmla="*/ 20941 h 1752022"/>
                  <a:gd name="connsiteX1" fmla="*/ 593313 w 2352311"/>
                  <a:gd name="connsiteY1" fmla="*/ 1186626 h 1752022"/>
                  <a:gd name="connsiteX2" fmla="*/ 1172666 w 2352311"/>
                  <a:gd name="connsiteY2" fmla="*/ 1752019 h 1752022"/>
                  <a:gd name="connsiteX3" fmla="*/ 1758998 w 2352311"/>
                  <a:gd name="connsiteY3" fmla="*/ 1179646 h 1752022"/>
                  <a:gd name="connsiteX4" fmla="*/ 2352311 w 2352311"/>
                  <a:gd name="connsiteY4" fmla="*/ 0 h 1752022"/>
                  <a:gd name="connsiteX0" fmla="*/ 0 w 2352311"/>
                  <a:gd name="connsiteY0" fmla="*/ 20941 h 1752022"/>
                  <a:gd name="connsiteX1" fmla="*/ 593313 w 2352311"/>
                  <a:gd name="connsiteY1" fmla="*/ 1186626 h 1752022"/>
                  <a:gd name="connsiteX2" fmla="*/ 1172666 w 2352311"/>
                  <a:gd name="connsiteY2" fmla="*/ 1752019 h 1752022"/>
                  <a:gd name="connsiteX3" fmla="*/ 1758998 w 2352311"/>
                  <a:gd name="connsiteY3" fmla="*/ 1179646 h 1752022"/>
                  <a:gd name="connsiteX4" fmla="*/ 2352311 w 2352311"/>
                  <a:gd name="connsiteY4" fmla="*/ 0 h 1752022"/>
                  <a:gd name="connsiteX0" fmla="*/ 0 w 2352311"/>
                  <a:gd name="connsiteY0" fmla="*/ 20941 h 1752022"/>
                  <a:gd name="connsiteX1" fmla="*/ 593313 w 2352311"/>
                  <a:gd name="connsiteY1" fmla="*/ 1186626 h 1752022"/>
                  <a:gd name="connsiteX2" fmla="*/ 1172666 w 2352311"/>
                  <a:gd name="connsiteY2" fmla="*/ 1752019 h 1752022"/>
                  <a:gd name="connsiteX3" fmla="*/ 1758998 w 2352311"/>
                  <a:gd name="connsiteY3" fmla="*/ 1179646 h 1752022"/>
                  <a:gd name="connsiteX4" fmla="*/ 2352311 w 2352311"/>
                  <a:gd name="connsiteY4" fmla="*/ 0 h 1752022"/>
                  <a:gd name="connsiteX0" fmla="*/ 0 w 1758998"/>
                  <a:gd name="connsiteY0" fmla="*/ 1186626 h 1752022"/>
                  <a:gd name="connsiteX1" fmla="*/ 579353 w 1758998"/>
                  <a:gd name="connsiteY1" fmla="*/ 1752019 h 1752022"/>
                  <a:gd name="connsiteX2" fmla="*/ 1165685 w 1758998"/>
                  <a:gd name="connsiteY2" fmla="*/ 1179646 h 1752022"/>
                  <a:gd name="connsiteX3" fmla="*/ 1758998 w 1758998"/>
                  <a:gd name="connsiteY3" fmla="*/ 0 h 1752022"/>
                  <a:gd name="connsiteX0" fmla="*/ 0 w 1165685"/>
                  <a:gd name="connsiteY0" fmla="*/ 6980 h 572376"/>
                  <a:gd name="connsiteX1" fmla="*/ 579353 w 1165685"/>
                  <a:gd name="connsiteY1" fmla="*/ 572373 h 572376"/>
                  <a:gd name="connsiteX2" fmla="*/ 1165685 w 1165685"/>
                  <a:gd name="connsiteY2" fmla="*/ 0 h 572376"/>
                  <a:gd name="connsiteX0" fmla="*/ 0 w 1020146"/>
                  <a:gd name="connsiteY0" fmla="*/ 184281 h 576769"/>
                  <a:gd name="connsiteX1" fmla="*/ 433814 w 1020146"/>
                  <a:gd name="connsiteY1" fmla="*/ 572373 h 576769"/>
                  <a:gd name="connsiteX2" fmla="*/ 1020146 w 1020146"/>
                  <a:gd name="connsiteY2" fmla="*/ 0 h 576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20146" h="576769">
                    <a:moveTo>
                      <a:pt x="0" y="184281"/>
                    </a:moveTo>
                    <a:cubicBezTo>
                      <a:pt x="195444" y="472794"/>
                      <a:pt x="263790" y="603087"/>
                      <a:pt x="433814" y="572373"/>
                    </a:cubicBezTo>
                    <a:cubicBezTo>
                      <a:pt x="603838" y="541660"/>
                      <a:pt x="822375" y="393215"/>
                      <a:pt x="1020146" y="0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79185350-E48D-B908-4EEB-13C11B8BD554}"/>
                  </a:ext>
                </a:extLst>
              </p:cNvPr>
              <p:cNvCxnSpPr/>
              <p:nvPr/>
            </p:nvCxnSpPr>
            <p:spPr>
              <a:xfrm>
                <a:off x="4186251" y="5088959"/>
                <a:ext cx="4961861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565BED76-A454-EC2E-2247-381B490900FD}"/>
                  </a:ext>
                </a:extLst>
              </p:cNvPr>
              <p:cNvCxnSpPr/>
              <p:nvPr/>
            </p:nvCxnSpPr>
            <p:spPr>
              <a:xfrm flipV="1">
                <a:off x="4200428" y="1857154"/>
                <a:ext cx="0" cy="323938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1C89B7C-B930-78AB-1E7F-9078A321DC09}"/>
                  </a:ext>
                </a:extLst>
              </p:cNvPr>
              <p:cNvSpPr txBox="1"/>
              <p:nvPr/>
            </p:nvSpPr>
            <p:spPr>
              <a:xfrm>
                <a:off x="1472657" y="6114126"/>
                <a:ext cx="10184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</a:t>
                </a:r>
                <a:r>
                  <a:rPr kumimoji="0" lang="en-US" sz="24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11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FE49B87-A663-CC73-5B69-41929D925961}"/>
                  </a:ext>
                </a:extLst>
              </p:cNvPr>
              <p:cNvSpPr txBox="1"/>
              <p:nvPr/>
            </p:nvSpPr>
            <p:spPr>
              <a:xfrm rot="16200000">
                <a:off x="3414445" y="2226205"/>
                <a:ext cx="10184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Loss</a:t>
                </a:r>
                <a:endPara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2730C13-6095-3225-CAF2-4F490E067E36}"/>
                  </a:ext>
                </a:extLst>
              </p:cNvPr>
              <p:cNvSpPr/>
              <p:nvPr/>
            </p:nvSpPr>
            <p:spPr>
              <a:xfrm>
                <a:off x="3486791" y="2916439"/>
                <a:ext cx="3325268" cy="1613653"/>
              </a:xfrm>
              <a:custGeom>
                <a:avLst/>
                <a:gdLst>
                  <a:gd name="connsiteX0" fmla="*/ 0 w 2352311"/>
                  <a:gd name="connsiteY0" fmla="*/ 20941 h 1752019"/>
                  <a:gd name="connsiteX1" fmla="*/ 593313 w 2352311"/>
                  <a:gd name="connsiteY1" fmla="*/ 1186626 h 1752019"/>
                  <a:gd name="connsiteX2" fmla="*/ 1172666 w 2352311"/>
                  <a:gd name="connsiteY2" fmla="*/ 1752019 h 1752019"/>
                  <a:gd name="connsiteX3" fmla="*/ 1758998 w 2352311"/>
                  <a:gd name="connsiteY3" fmla="*/ 1179646 h 1752019"/>
                  <a:gd name="connsiteX4" fmla="*/ 2352311 w 2352311"/>
                  <a:gd name="connsiteY4" fmla="*/ 0 h 1752019"/>
                  <a:gd name="connsiteX0" fmla="*/ 0 w 2352311"/>
                  <a:gd name="connsiteY0" fmla="*/ 20941 h 1752022"/>
                  <a:gd name="connsiteX1" fmla="*/ 593313 w 2352311"/>
                  <a:gd name="connsiteY1" fmla="*/ 1186626 h 1752022"/>
                  <a:gd name="connsiteX2" fmla="*/ 1172666 w 2352311"/>
                  <a:gd name="connsiteY2" fmla="*/ 1752019 h 1752022"/>
                  <a:gd name="connsiteX3" fmla="*/ 1758998 w 2352311"/>
                  <a:gd name="connsiteY3" fmla="*/ 1179646 h 1752022"/>
                  <a:gd name="connsiteX4" fmla="*/ 2352311 w 2352311"/>
                  <a:gd name="connsiteY4" fmla="*/ 0 h 1752022"/>
                  <a:gd name="connsiteX0" fmla="*/ 0 w 2352311"/>
                  <a:gd name="connsiteY0" fmla="*/ 20941 h 1752022"/>
                  <a:gd name="connsiteX1" fmla="*/ 593313 w 2352311"/>
                  <a:gd name="connsiteY1" fmla="*/ 1186626 h 1752022"/>
                  <a:gd name="connsiteX2" fmla="*/ 1172666 w 2352311"/>
                  <a:gd name="connsiteY2" fmla="*/ 1752019 h 1752022"/>
                  <a:gd name="connsiteX3" fmla="*/ 1758998 w 2352311"/>
                  <a:gd name="connsiteY3" fmla="*/ 1179646 h 1752022"/>
                  <a:gd name="connsiteX4" fmla="*/ 2352311 w 2352311"/>
                  <a:gd name="connsiteY4" fmla="*/ 0 h 1752022"/>
                  <a:gd name="connsiteX0" fmla="*/ 0 w 2352311"/>
                  <a:gd name="connsiteY0" fmla="*/ 20941 h 1752022"/>
                  <a:gd name="connsiteX1" fmla="*/ 593313 w 2352311"/>
                  <a:gd name="connsiteY1" fmla="*/ 1186626 h 1752022"/>
                  <a:gd name="connsiteX2" fmla="*/ 1172666 w 2352311"/>
                  <a:gd name="connsiteY2" fmla="*/ 1752019 h 1752022"/>
                  <a:gd name="connsiteX3" fmla="*/ 1758998 w 2352311"/>
                  <a:gd name="connsiteY3" fmla="*/ 1179646 h 1752022"/>
                  <a:gd name="connsiteX4" fmla="*/ 2352311 w 2352311"/>
                  <a:gd name="connsiteY4" fmla="*/ 0 h 1752022"/>
                  <a:gd name="connsiteX0" fmla="*/ 0 w 1758998"/>
                  <a:gd name="connsiteY0" fmla="*/ 1186626 h 1752022"/>
                  <a:gd name="connsiteX1" fmla="*/ 579353 w 1758998"/>
                  <a:gd name="connsiteY1" fmla="*/ 1752019 h 1752022"/>
                  <a:gd name="connsiteX2" fmla="*/ 1165685 w 1758998"/>
                  <a:gd name="connsiteY2" fmla="*/ 1179646 h 1752022"/>
                  <a:gd name="connsiteX3" fmla="*/ 1758998 w 1758998"/>
                  <a:gd name="connsiteY3" fmla="*/ 0 h 1752022"/>
                  <a:gd name="connsiteX0" fmla="*/ 0 w 1165685"/>
                  <a:gd name="connsiteY0" fmla="*/ 6980 h 572376"/>
                  <a:gd name="connsiteX1" fmla="*/ 579353 w 1165685"/>
                  <a:gd name="connsiteY1" fmla="*/ 572373 h 572376"/>
                  <a:gd name="connsiteX2" fmla="*/ 1165685 w 1165685"/>
                  <a:gd name="connsiteY2" fmla="*/ 0 h 572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65685" h="572376">
                    <a:moveTo>
                      <a:pt x="0" y="6980"/>
                    </a:moveTo>
                    <a:cubicBezTo>
                      <a:pt x="195444" y="295493"/>
                      <a:pt x="385072" y="573536"/>
                      <a:pt x="579353" y="572373"/>
                    </a:cubicBezTo>
                    <a:cubicBezTo>
                      <a:pt x="773634" y="571210"/>
                      <a:pt x="967914" y="393215"/>
                      <a:pt x="1165685" y="0"/>
                    </a:cubicBezTo>
                  </a:path>
                </a:pathLst>
              </a:cu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62EE09B-19E0-9B0F-A65C-C1799ED1FD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9424" y="2637233"/>
                <a:ext cx="0" cy="2765622"/>
              </a:xfrm>
              <a:prstGeom prst="line">
                <a:avLst/>
              </a:prstGeom>
              <a:ln w="19050" cap="flat" cmpd="sng" algn="ctr">
                <a:solidFill>
                  <a:schemeClr val="accent6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CC846F7-1EE9-DCDE-AB1F-2B96BB690C01}"/>
                  </a:ext>
                </a:extLst>
              </p:cNvPr>
              <p:cNvSpPr txBox="1"/>
              <p:nvPr/>
            </p:nvSpPr>
            <p:spPr>
              <a:xfrm>
                <a:off x="3594179" y="5172023"/>
                <a:ext cx="10184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  <a:endPara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B50D55A8-FF43-E322-60E7-5F85DDB77D5D}"/>
                  </a:ext>
                </a:extLst>
              </p:cNvPr>
              <p:cNvGrpSpPr/>
              <p:nvPr/>
            </p:nvGrpSpPr>
            <p:grpSpPr>
              <a:xfrm>
                <a:off x="5135837" y="3773163"/>
                <a:ext cx="1125263" cy="772017"/>
                <a:chOff x="5135837" y="3773163"/>
                <a:chExt cx="1125263" cy="772017"/>
              </a:xfrm>
            </p:grpSpPr>
            <p:cxnSp>
              <p:nvCxnSpPr>
                <p:cNvPr id="62" name="Straight Arrow Connector 61">
                  <a:extLst>
                    <a:ext uri="{FF2B5EF4-FFF2-40B4-BE49-F238E27FC236}">
                      <a16:creationId xmlns:a16="http://schemas.microsoft.com/office/drawing/2014/main" id="{D3F59678-05A7-2AEA-2334-27898233F8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2150" y="4439706"/>
                  <a:ext cx="176141" cy="7175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>
                  <a:extLst>
                    <a:ext uri="{FF2B5EF4-FFF2-40B4-BE49-F238E27FC236}">
                      <a16:creationId xmlns:a16="http://schemas.microsoft.com/office/drawing/2014/main" id="{622659B2-A5DF-0CD3-F650-92B8AF1462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35837" y="4511457"/>
                  <a:ext cx="161537" cy="33723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Arrow Connector 63">
                  <a:extLst>
                    <a:ext uri="{FF2B5EF4-FFF2-40B4-BE49-F238E27FC236}">
                      <a16:creationId xmlns:a16="http://schemas.microsoft.com/office/drawing/2014/main" id="{9D3317DF-E724-51C8-DD12-978E217060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5001" y="3773163"/>
                  <a:ext cx="166099" cy="185565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682A2E55-6F35-3A99-3BFA-0B294E69D5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46229" y="3958728"/>
                  <a:ext cx="148772" cy="173167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CAC0D7F1-31D8-94C3-4B5C-55AA43C207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39282" y="4120073"/>
                  <a:ext cx="107397" cy="11138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0AA9A7BD-0136-B30C-DDC6-C66086079A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67163" y="4222452"/>
                  <a:ext cx="165894" cy="126938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17345C4F-A0C9-38B7-B51C-9A2DA4AD6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74377" y="4360715"/>
                  <a:ext cx="172584" cy="8658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EC7C616-C807-F5A2-9EBD-18F22B564958}"/>
                  </a:ext>
                </a:extLst>
              </p:cNvPr>
              <p:cNvGrpSpPr/>
              <p:nvPr/>
            </p:nvGrpSpPr>
            <p:grpSpPr>
              <a:xfrm flipH="1">
                <a:off x="4103414" y="3761865"/>
                <a:ext cx="1014288" cy="772017"/>
                <a:chOff x="5135837" y="3773163"/>
                <a:chExt cx="1125263" cy="772017"/>
              </a:xfrm>
            </p:grpSpPr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6046B212-7CDF-F3E8-5532-5CD01930DD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02150" y="4439706"/>
                  <a:ext cx="176141" cy="7175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361EF5E5-B38F-BD75-AA94-3C45F6E694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35837" y="4511457"/>
                  <a:ext cx="161537" cy="33723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4A3B56B5-6EF7-E8F2-DCCD-BCB47D3504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95001" y="3773163"/>
                  <a:ext cx="166099" cy="185565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7F827124-D1CE-5CD9-6FEF-055EC02B3E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46229" y="3958728"/>
                  <a:ext cx="148772" cy="173167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B0BF41D5-93EB-C1FA-E8C7-006E1204BB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39282" y="4120073"/>
                  <a:ext cx="107397" cy="11138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1442E445-55D7-871C-6975-F216D0CC90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67163" y="4222452"/>
                  <a:ext cx="165894" cy="126938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03A8CD99-C071-8BBC-7B00-42F607DD48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74377" y="4360715"/>
                  <a:ext cx="172584" cy="86584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D602AEAD-0063-868D-4905-59E9CF4DB6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91328" y="5088959"/>
                <a:ext cx="2894923" cy="125600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718DA95-97A2-13E2-9832-68AE8886BCAB}"/>
                  </a:ext>
                </a:extLst>
              </p:cNvPr>
              <p:cNvSpPr txBox="1"/>
              <p:nvPr/>
            </p:nvSpPr>
            <p:spPr>
              <a:xfrm>
                <a:off x="8098128" y="5297472"/>
                <a:ext cx="10184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</a:t>
                </a:r>
                <a:r>
                  <a:rPr lang="en-US" sz="2400" baseline="-25000" dirty="0">
                    <a:solidFill>
                      <a:prstClr val="black"/>
                    </a:solidFill>
                    <a:latin typeface="Calibri" panose="020F0502020204030204"/>
                  </a:rPr>
                  <a:t>22</a:t>
                </a:r>
                <a:endPara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BCF1B70-9EF4-528A-1C3B-2F7137B55ABE}"/>
                  </a:ext>
                </a:extLst>
              </p:cNvPr>
              <p:cNvSpPr/>
              <p:nvPr/>
            </p:nvSpPr>
            <p:spPr>
              <a:xfrm>
                <a:off x="3463918" y="2590215"/>
                <a:ext cx="3371013" cy="62227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6D95E683-358F-E47D-A452-8CB6C2029976}"/>
                  </a:ext>
                </a:extLst>
              </p:cNvPr>
              <p:cNvGrpSpPr/>
              <p:nvPr/>
            </p:nvGrpSpPr>
            <p:grpSpPr>
              <a:xfrm>
                <a:off x="4956557" y="3865945"/>
                <a:ext cx="394898" cy="667831"/>
                <a:chOff x="4255814" y="3914265"/>
                <a:chExt cx="2157686" cy="783315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1834A4CC-93CF-4981-BF2D-E987D17A4FC5}"/>
                    </a:ext>
                  </a:extLst>
                </p:cNvPr>
                <p:cNvGrpSpPr/>
                <p:nvPr/>
              </p:nvGrpSpPr>
              <p:grpSpPr>
                <a:xfrm>
                  <a:off x="5288237" y="3925563"/>
                  <a:ext cx="1125263" cy="772017"/>
                  <a:chOff x="5135837" y="3773163"/>
                  <a:chExt cx="1125263" cy="772017"/>
                </a:xfrm>
              </p:grpSpPr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0B97571C-B36F-DC1B-5637-3B30FFD791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302150" y="4439706"/>
                    <a:ext cx="176141" cy="71751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Arrow Connector 48">
                    <a:extLst>
                      <a:ext uri="{FF2B5EF4-FFF2-40B4-BE49-F238E27FC236}">
                        <a16:creationId xmlns:a16="http://schemas.microsoft.com/office/drawing/2014/main" id="{ADF137C3-D8B0-35FA-1210-B00745F9DB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135837" y="4511457"/>
                    <a:ext cx="161537" cy="33723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Arrow Connector 49">
                    <a:extLst>
                      <a:ext uri="{FF2B5EF4-FFF2-40B4-BE49-F238E27FC236}">
                        <a16:creationId xmlns:a16="http://schemas.microsoft.com/office/drawing/2014/main" id="{348819BF-E639-D631-B7D3-BED68BF62A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095001" y="3773163"/>
                    <a:ext cx="166099" cy="185565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Arrow Connector 50">
                    <a:extLst>
                      <a:ext uri="{FF2B5EF4-FFF2-40B4-BE49-F238E27FC236}">
                        <a16:creationId xmlns:a16="http://schemas.microsoft.com/office/drawing/2014/main" id="{971A910D-78CC-22A2-1ADB-60039799AA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946229" y="3958728"/>
                    <a:ext cx="148772" cy="173167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74C83DB5-D70D-BF53-B077-058F5294B3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839282" y="4120073"/>
                    <a:ext cx="107397" cy="111380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Arrow Connector 52">
                    <a:extLst>
                      <a:ext uri="{FF2B5EF4-FFF2-40B4-BE49-F238E27FC236}">
                        <a16:creationId xmlns:a16="http://schemas.microsoft.com/office/drawing/2014/main" id="{25F8F55B-C7B4-8A72-F139-0C5C858713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667163" y="4222452"/>
                    <a:ext cx="165894" cy="126938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Arrow Connector 53">
                    <a:extLst>
                      <a:ext uri="{FF2B5EF4-FFF2-40B4-BE49-F238E27FC236}">
                        <a16:creationId xmlns:a16="http://schemas.microsoft.com/office/drawing/2014/main" id="{41C08B13-4501-816D-AD3C-48590765ED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474377" y="4360715"/>
                    <a:ext cx="172584" cy="86584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5554391F-36D2-B233-7ADB-6D6E136FC699}"/>
                    </a:ext>
                  </a:extLst>
                </p:cNvPr>
                <p:cNvGrpSpPr/>
                <p:nvPr/>
              </p:nvGrpSpPr>
              <p:grpSpPr>
                <a:xfrm flipH="1">
                  <a:off x="4255814" y="3914265"/>
                  <a:ext cx="1014288" cy="772017"/>
                  <a:chOff x="5135837" y="3773163"/>
                  <a:chExt cx="1125263" cy="772017"/>
                </a:xfrm>
              </p:grpSpPr>
              <p:cxnSp>
                <p:nvCxnSpPr>
                  <p:cNvPr id="41" name="Straight Arrow Connector 40">
                    <a:extLst>
                      <a:ext uri="{FF2B5EF4-FFF2-40B4-BE49-F238E27FC236}">
                        <a16:creationId xmlns:a16="http://schemas.microsoft.com/office/drawing/2014/main" id="{E7733374-B1F2-75E5-A292-FB208CB520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302150" y="4439706"/>
                    <a:ext cx="176141" cy="71751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Arrow Connector 41">
                    <a:extLst>
                      <a:ext uri="{FF2B5EF4-FFF2-40B4-BE49-F238E27FC236}">
                        <a16:creationId xmlns:a16="http://schemas.microsoft.com/office/drawing/2014/main" id="{C7291991-C1C0-3B25-7EC6-22CF6E080B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135837" y="4511457"/>
                    <a:ext cx="161537" cy="33723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Arrow Connector 42">
                    <a:extLst>
                      <a:ext uri="{FF2B5EF4-FFF2-40B4-BE49-F238E27FC236}">
                        <a16:creationId xmlns:a16="http://schemas.microsoft.com/office/drawing/2014/main" id="{288DF945-3A2D-7174-5CD0-585EBD8187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095001" y="3773163"/>
                    <a:ext cx="166099" cy="185565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Arrow Connector 43">
                    <a:extLst>
                      <a:ext uri="{FF2B5EF4-FFF2-40B4-BE49-F238E27FC236}">
                        <a16:creationId xmlns:a16="http://schemas.microsoft.com/office/drawing/2014/main" id="{34B08FF6-1580-99DA-1779-B3B51F35F7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946229" y="3958728"/>
                    <a:ext cx="148772" cy="173167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C0E29CFE-7569-E3FF-A447-67BB6F9784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839282" y="4120073"/>
                    <a:ext cx="107397" cy="111380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Arrow Connector 45">
                    <a:extLst>
                      <a:ext uri="{FF2B5EF4-FFF2-40B4-BE49-F238E27FC236}">
                        <a16:creationId xmlns:a16="http://schemas.microsoft.com/office/drawing/2014/main" id="{CB961EA4-00A3-201B-1D7F-3B73CAA6CB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667163" y="4222452"/>
                    <a:ext cx="165894" cy="126938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6914745D-E647-E04E-D0D1-AF10076609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474377" y="4360715"/>
                    <a:ext cx="172584" cy="86584"/>
                  </a:xfrm>
                  <a:prstGeom prst="straightConnector1">
                    <a:avLst/>
                  </a:prstGeom>
                  <a:ln w="38100">
                    <a:solidFill>
                      <a:schemeClr val="accent6"/>
                    </a:solidFill>
                    <a:tailEnd type="triangle"/>
                  </a:ln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69" name="Multiplication Sign 68">
              <a:extLst>
                <a:ext uri="{FF2B5EF4-FFF2-40B4-BE49-F238E27FC236}">
                  <a16:creationId xmlns:a16="http://schemas.microsoft.com/office/drawing/2014/main" id="{F884B559-AFB5-6F87-A37E-6047CAD47A82}"/>
                </a:ext>
              </a:extLst>
            </p:cNvPr>
            <p:cNvSpPr/>
            <p:nvPr/>
          </p:nvSpPr>
          <p:spPr>
            <a:xfrm>
              <a:off x="8204908" y="1681969"/>
              <a:ext cx="3287652" cy="3308593"/>
            </a:xfrm>
            <a:prstGeom prst="mathMultiply">
              <a:avLst>
                <a:gd name="adj1" fmla="val 972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26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C555DA3-818F-DC8A-BE02-E41FA8C2590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87035" y="2391680"/>
              <a:ext cx="6819027" cy="450196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819027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507934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64868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endParaRPr lang="en-US" sz="2800" i="1" kern="100" dirty="0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4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C555DA3-818F-DC8A-BE02-E41FA8C259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4787981"/>
                  </p:ext>
                </p:extLst>
              </p:nvPr>
            </p:nvGraphicFramePr>
            <p:xfrm>
              <a:off x="2687035" y="2391680"/>
              <a:ext cx="6819027" cy="450196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819027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b="-3451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99401" b="-2431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00602" b="-1445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793471"/>
                      </a:ext>
                    </a:extLst>
                  </a:tr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300602" b="-445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486855"/>
                      </a:ext>
                    </a:extLst>
                  </a:tr>
                  <a:tr h="44888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endParaRPr lang="en-US" sz="2800" i="1" kern="100" dirty="0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4493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D1F6E74C-3A11-F708-6E79-6196F3339448}"/>
              </a:ext>
            </a:extLst>
          </p:cNvPr>
          <p:cNvGrpSpPr/>
          <p:nvPr/>
        </p:nvGrpSpPr>
        <p:grpSpPr>
          <a:xfrm>
            <a:off x="3543284" y="49928"/>
            <a:ext cx="4434385" cy="2380189"/>
            <a:chOff x="692681" y="631295"/>
            <a:chExt cx="5106527" cy="2740966"/>
          </a:xfrm>
        </p:grpSpPr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F3DFA179-601F-6BD6-6AAC-3D4C4765E36F}"/>
                </a:ext>
              </a:extLst>
            </p:cNvPr>
            <p:cNvSpPr/>
            <p:nvPr/>
          </p:nvSpPr>
          <p:spPr>
            <a:xfrm>
              <a:off x="692681" y="1376745"/>
              <a:ext cx="1141808" cy="1178526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x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DA38EE12-41DF-79E6-F224-A5D2CFC98175}"/>
                </a:ext>
              </a:extLst>
            </p:cNvPr>
            <p:cNvSpPr/>
            <p:nvPr/>
          </p:nvSpPr>
          <p:spPr>
            <a:xfrm>
              <a:off x="4657400" y="1415747"/>
              <a:ext cx="1141808" cy="117852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y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C3F1845-EE99-5340-3A37-44D452248189}"/>
                </a:ext>
              </a:extLst>
            </p:cNvPr>
            <p:cNvCxnSpPr>
              <a:cxnSpLocks/>
              <a:stCxn id="51" idx="6"/>
              <a:endCxn id="55" idx="2"/>
            </p:cNvCxnSpPr>
            <p:nvPr/>
          </p:nvCxnSpPr>
          <p:spPr>
            <a:xfrm>
              <a:off x="1834489" y="1966008"/>
              <a:ext cx="860375" cy="8169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A827B3C-81BB-3447-BD52-18BC40577582}"/>
                </a:ext>
              </a:extLst>
            </p:cNvPr>
            <p:cNvCxnSpPr>
              <a:cxnSpLocks/>
              <a:stCxn id="51" idx="6"/>
              <a:endCxn id="56" idx="2"/>
            </p:cNvCxnSpPr>
            <p:nvPr/>
          </p:nvCxnSpPr>
          <p:spPr>
            <a:xfrm flipV="1">
              <a:off x="1834489" y="1220558"/>
              <a:ext cx="860375" cy="7454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Flowchart: Connector 54">
              <a:extLst>
                <a:ext uri="{FF2B5EF4-FFF2-40B4-BE49-F238E27FC236}">
                  <a16:creationId xmlns:a16="http://schemas.microsoft.com/office/drawing/2014/main" id="{A02D58FA-BD12-7F19-8393-742A28EA0343}"/>
                </a:ext>
              </a:extLst>
            </p:cNvPr>
            <p:cNvSpPr/>
            <p:nvPr/>
          </p:nvSpPr>
          <p:spPr>
            <a:xfrm>
              <a:off x="2694864" y="219373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lang="en-US" sz="2000" baseline="-25000" dirty="0">
                  <a:solidFill>
                    <a:prstClr val="white"/>
                  </a:solidFill>
                  <a:latin typeface="Calibri" panose="020F0502020204030204"/>
                  <a:cs typeface="Times New Roman" panose="02020603050405020304" pitchFamily="18" charset="0"/>
                </a:rPr>
                <a:t>2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E4970F32-9927-FB5E-035C-7581D64E2D88}"/>
                </a:ext>
              </a:extLst>
            </p:cNvPr>
            <p:cNvSpPr/>
            <p:nvPr/>
          </p:nvSpPr>
          <p:spPr>
            <a:xfrm>
              <a:off x="2694864" y="631295"/>
              <a:ext cx="1141808" cy="1178526"/>
            </a:xfrm>
            <a:prstGeom prst="flowChartConnector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H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rPr>
                <a:t>1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92DB2E0-470E-D7F1-18F0-5FC99EA1FBE3}"/>
                </a:ext>
              </a:extLst>
            </p:cNvPr>
            <p:cNvCxnSpPr>
              <a:cxnSpLocks/>
              <a:stCxn id="56" idx="6"/>
              <a:endCxn id="52" idx="2"/>
            </p:cNvCxnSpPr>
            <p:nvPr/>
          </p:nvCxnSpPr>
          <p:spPr>
            <a:xfrm>
              <a:off x="3836673" y="1220559"/>
              <a:ext cx="820727" cy="7844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BA4822B-CBC6-BB9F-5D23-B559D277D1B2}"/>
                </a:ext>
              </a:extLst>
            </p:cNvPr>
            <p:cNvCxnSpPr>
              <a:cxnSpLocks/>
              <a:stCxn id="55" idx="6"/>
              <a:endCxn id="52" idx="2"/>
            </p:cNvCxnSpPr>
            <p:nvPr/>
          </p:nvCxnSpPr>
          <p:spPr>
            <a:xfrm flipV="1">
              <a:off x="3836673" y="2005011"/>
              <a:ext cx="820727" cy="7779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0E3EEAE-72C7-F5F7-1F9E-0FD0C752A5E6}"/>
                </a:ext>
              </a:extLst>
            </p:cNvPr>
            <p:cNvSpPr txBox="1"/>
            <p:nvPr/>
          </p:nvSpPr>
          <p:spPr>
            <a:xfrm rot="18900000">
              <a:off x="1625606" y="1096265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8E0EC22-FB6C-F26A-DB57-3F2E36E4D833}"/>
                </a:ext>
              </a:extLst>
            </p:cNvPr>
            <p:cNvSpPr txBox="1"/>
            <p:nvPr/>
          </p:nvSpPr>
          <p:spPr>
            <a:xfrm rot="2700000">
              <a:off x="1670251" y="2269414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F4BFAC2-503C-751C-3962-7E432975378A}"/>
                </a:ext>
              </a:extLst>
            </p:cNvPr>
            <p:cNvSpPr txBox="1"/>
            <p:nvPr/>
          </p:nvSpPr>
          <p:spPr>
            <a:xfrm rot="2700000">
              <a:off x="3851630" y="1131627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21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331775A-EE1E-5E80-2396-6B7D73024DE3}"/>
                </a:ext>
              </a:extLst>
            </p:cNvPr>
            <p:cNvSpPr txBox="1"/>
            <p:nvPr/>
          </p:nvSpPr>
          <p:spPr>
            <a:xfrm rot="18900000">
              <a:off x="3583414" y="1905260"/>
              <a:ext cx="1018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w</a:t>
              </a:r>
              <a:r>
                <a:rPr lang="en-US" sz="2400" baseline="-25000" dirty="0">
                  <a:solidFill>
                    <a:prstClr val="black"/>
                  </a:solidFill>
                  <a:latin typeface="Calibri" panose="020F0502020204030204"/>
                </a:rPr>
                <a:t>22</a:t>
              </a:r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  </a:t>
              </a:r>
              <a:endPara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701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04125-719D-670C-EB6E-88753848F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467BC17-DCAC-F2D9-58C2-F317FF6DF5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677" y="490155"/>
              <a:ext cx="10720932" cy="51100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720932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507934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𝑛𝑒𝑤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𝑜𝑙𝑑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)−</m:t>
                                </m:r>
                                <m:f>
                                  <m:fPr>
                                    <m:ctrlP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𝑙𝑜𝑠𝑠</m:t>
                                    </m:r>
                                  </m:num>
                                  <m:den>
                                    <m:r>
                                      <a:rPr lang="en-US" sz="2800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Arial" panose="020B0604020202020204" pitchFamily="34" charset="0"/>
                                            <a:cs typeface="Times New Roman" panose="020206030504050203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𝐿𝑅</m:t>
                                </m:r>
                              </m:oMath>
                            </m:oMathPara>
                          </a14:m>
                          <a:endParaRPr lang="en-US" sz="2800" kern="10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264868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:endParaRPr lang="en-US" sz="2800" i="1" kern="100" dirty="0">
                            <a:effectLst/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𝒘</m:t>
                                    </m:r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 (</m:t>
                                    </m:r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𝒏𝒆𝒘</m:t>
                                    </m:r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  <m:r>
                                  <a:rPr lang="en-US" sz="2800" b="1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𝒘</m:t>
                                    </m:r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 (</m:t>
                                    </m:r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𝒐𝒍𝒅</m:t>
                                    </m:r>
                                    <m:r>
                                      <a:rPr lang="en-US" sz="2800" b="1" i="1" kern="100">
                                        <a:effectLst/>
                                        <a:latin typeface="Cambria Math" panose="02040503050406030204" pitchFamily="18" charset="0"/>
                                        <a:ea typeface="Arial" panose="020B060402020202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  <m:r>
                                  <a:rPr lang="en-US" sz="2800" b="1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800" b="1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𝜵</m:t>
                                </m:r>
                                <m:r>
                                  <a:rPr lang="en-US" sz="2800" b="1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r>
                                  <a:rPr lang="en-US" sz="2800" b="1" i="1" kern="100">
                                    <a:effectLst/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Times New Roman" panose="02020603050405020304" pitchFamily="18" charset="0"/>
                                  </a:rPr>
                                  <m:t>𝑳𝑹</m:t>
                                </m:r>
                              </m:oMath>
                            </m:oMathPara>
                          </a14:m>
                          <a:endParaRPr lang="en-US" sz="2800" b="1" kern="100" dirty="0"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44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467BC17-DCAC-F2D9-58C2-F317FF6DF5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0677" y="490155"/>
              <a:ext cx="10720932" cy="51100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720932">
                      <a:extLst>
                        <a:ext uri="{9D8B030D-6E8A-4147-A177-3AD203B41FA5}">
                          <a16:colId xmlns:a16="http://schemas.microsoft.com/office/drawing/2014/main" val="4063195721"/>
                        </a:ext>
                      </a:extLst>
                    </a:gridCol>
                  </a:tblGrid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b="-4054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0843513"/>
                      </a:ext>
                    </a:extLst>
                  </a:tr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99401" b="-3029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509526"/>
                      </a:ext>
                    </a:extLst>
                  </a:tr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00602" b="-2048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0793471"/>
                      </a:ext>
                    </a:extLst>
                  </a:tr>
                  <a:tr h="101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300602" b="-1048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486855"/>
                      </a:ext>
                    </a:extLst>
                  </a:tr>
                  <a:tr h="10569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3821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49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Double Brace 2">
            <a:extLst>
              <a:ext uri="{FF2B5EF4-FFF2-40B4-BE49-F238E27FC236}">
                <a16:creationId xmlns:a16="http://schemas.microsoft.com/office/drawing/2014/main" id="{F0E33F22-7B5C-7EE2-7274-5B8C35F2DE22}"/>
              </a:ext>
            </a:extLst>
          </p:cNvPr>
          <p:cNvSpPr/>
          <p:nvPr/>
        </p:nvSpPr>
        <p:spPr>
          <a:xfrm>
            <a:off x="6987132" y="609742"/>
            <a:ext cx="1144745" cy="3929826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32C75061-06DF-1ADB-82DE-B011518E8A56}"/>
              </a:ext>
            </a:extLst>
          </p:cNvPr>
          <p:cNvSpPr/>
          <p:nvPr/>
        </p:nvSpPr>
        <p:spPr>
          <a:xfrm rot="875942">
            <a:off x="7322177" y="4690663"/>
            <a:ext cx="307127" cy="4606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uble Brace 4">
            <a:extLst>
              <a:ext uri="{FF2B5EF4-FFF2-40B4-BE49-F238E27FC236}">
                <a16:creationId xmlns:a16="http://schemas.microsoft.com/office/drawing/2014/main" id="{64FE0855-10CC-6749-6DC2-A643A81EC054}"/>
              </a:ext>
            </a:extLst>
          </p:cNvPr>
          <p:cNvSpPr/>
          <p:nvPr/>
        </p:nvSpPr>
        <p:spPr>
          <a:xfrm>
            <a:off x="5123431" y="609742"/>
            <a:ext cx="1745038" cy="3929826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E3D0169-FF19-7D35-F57A-AE4E476F05F6}"/>
              </a:ext>
            </a:extLst>
          </p:cNvPr>
          <p:cNvSpPr/>
          <p:nvPr/>
        </p:nvSpPr>
        <p:spPr>
          <a:xfrm rot="20907987">
            <a:off x="5877580" y="4631190"/>
            <a:ext cx="307127" cy="4606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 Brace 6">
            <a:extLst>
              <a:ext uri="{FF2B5EF4-FFF2-40B4-BE49-F238E27FC236}">
                <a16:creationId xmlns:a16="http://schemas.microsoft.com/office/drawing/2014/main" id="{9DC7D405-2AD0-1269-164A-31E1A2250CC5}"/>
              </a:ext>
            </a:extLst>
          </p:cNvPr>
          <p:cNvSpPr/>
          <p:nvPr/>
        </p:nvSpPr>
        <p:spPr>
          <a:xfrm>
            <a:off x="3153865" y="609742"/>
            <a:ext cx="1850903" cy="3929826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3349F44-1422-7A57-77BC-A023D7C463A4}"/>
              </a:ext>
            </a:extLst>
          </p:cNvPr>
          <p:cNvSpPr/>
          <p:nvPr/>
        </p:nvSpPr>
        <p:spPr>
          <a:xfrm rot="20907987">
            <a:off x="4221236" y="4565621"/>
            <a:ext cx="307127" cy="4606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Circular 8">
            <a:extLst>
              <a:ext uri="{FF2B5EF4-FFF2-40B4-BE49-F238E27FC236}">
                <a16:creationId xmlns:a16="http://schemas.microsoft.com/office/drawing/2014/main" id="{880C5364-9FAC-D8B9-12E9-D080A95C4C75}"/>
              </a:ext>
            </a:extLst>
          </p:cNvPr>
          <p:cNvSpPr/>
          <p:nvPr/>
        </p:nvSpPr>
        <p:spPr>
          <a:xfrm>
            <a:off x="8781032" y="5006163"/>
            <a:ext cx="237325" cy="317737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Circular 9">
            <a:extLst>
              <a:ext uri="{FF2B5EF4-FFF2-40B4-BE49-F238E27FC236}">
                <a16:creationId xmlns:a16="http://schemas.microsoft.com/office/drawing/2014/main" id="{130109CA-B548-81BC-E8B6-57BEB17190CC}"/>
              </a:ext>
            </a:extLst>
          </p:cNvPr>
          <p:cNvSpPr/>
          <p:nvPr/>
        </p:nvSpPr>
        <p:spPr>
          <a:xfrm rot="10800000">
            <a:off x="8781031" y="5052364"/>
            <a:ext cx="237325" cy="317737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191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0722A-296C-6F0C-1EC8-14BB7B5A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604;p6">
            <a:extLst>
              <a:ext uri="{FF2B5EF4-FFF2-40B4-BE49-F238E27FC236}">
                <a16:creationId xmlns:a16="http://schemas.microsoft.com/office/drawing/2014/main" id="{D142D9BD-C4C2-C6F9-585D-097354C0526D}"/>
              </a:ext>
            </a:extLst>
          </p:cNvPr>
          <p:cNvSpPr txBox="1"/>
          <p:nvPr/>
        </p:nvSpPr>
        <p:spPr>
          <a:xfrm>
            <a:off x="135924" y="4033861"/>
            <a:ext cx="4645277" cy="1805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w</a:t>
            </a:r>
            <a:r>
              <a:rPr lang="en-US" sz="2800" i="1" baseline="-250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ij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weight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bias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 DNN has millions of weights and biases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605;p6">
            <a:extLst>
              <a:ext uri="{FF2B5EF4-FFF2-40B4-BE49-F238E27FC236}">
                <a16:creationId xmlns:a16="http://schemas.microsoft.com/office/drawing/2014/main" id="{E4850EBE-DF7B-911A-885E-3CAADCB11A5F}"/>
              </a:ext>
            </a:extLst>
          </p:cNvPr>
          <p:cNvSpPr txBox="1"/>
          <p:nvPr/>
        </p:nvSpPr>
        <p:spPr>
          <a:xfrm>
            <a:off x="577442" y="1434798"/>
            <a:ext cx="3925088" cy="44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marR="5080" lvl="0" indent="0" algn="l" rtl="0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For each neuron H:</a:t>
            </a:r>
            <a:endParaRPr sz="280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E9D1FBF-4CB0-5EC8-394D-4C91FAF3463C}"/>
              </a:ext>
            </a:extLst>
          </p:cNvPr>
          <p:cNvGrpSpPr/>
          <p:nvPr/>
        </p:nvGrpSpPr>
        <p:grpSpPr>
          <a:xfrm>
            <a:off x="4781202" y="311571"/>
            <a:ext cx="6722937" cy="6243315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ECDABD26-561A-BB5F-CA37-0D196E2432FD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7" name="Google Shape;535;p6">
                <a:extLst>
                  <a:ext uri="{FF2B5EF4-FFF2-40B4-BE49-F238E27FC236}">
                    <a16:creationId xmlns:a16="http://schemas.microsoft.com/office/drawing/2014/main" id="{D58AC4E0-C093-070A-720C-E8FBEABE7D5A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36;p6">
                <a:extLst>
                  <a:ext uri="{FF2B5EF4-FFF2-40B4-BE49-F238E27FC236}">
                    <a16:creationId xmlns:a16="http://schemas.microsoft.com/office/drawing/2014/main" id="{43EB4EBF-4902-F54C-AFDE-65E8EC739AAF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537;p6">
                <a:extLst>
                  <a:ext uri="{FF2B5EF4-FFF2-40B4-BE49-F238E27FC236}">
                    <a16:creationId xmlns:a16="http://schemas.microsoft.com/office/drawing/2014/main" id="{E8087349-F3B8-7B42-7505-BA170BA89E0C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8;p6">
                <a:extLst>
                  <a:ext uri="{FF2B5EF4-FFF2-40B4-BE49-F238E27FC236}">
                    <a16:creationId xmlns:a16="http://schemas.microsoft.com/office/drawing/2014/main" id="{EA0CBC9B-A1EF-42FA-7E4C-A75FF76D0EA4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Google Shape;539;p6">
                <a:extLst>
                  <a:ext uri="{FF2B5EF4-FFF2-40B4-BE49-F238E27FC236}">
                    <a16:creationId xmlns:a16="http://schemas.microsoft.com/office/drawing/2014/main" id="{46FC39EC-3BAE-1119-75F5-08053BF9E6AC}"/>
                  </a:ext>
                </a:extLst>
              </p:cNvPr>
              <p:cNvCxnSpPr>
                <a:stCxn id="7" idx="6"/>
                <a:endCxn id="2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541;p6">
                <a:extLst>
                  <a:ext uri="{FF2B5EF4-FFF2-40B4-BE49-F238E27FC236}">
                    <a16:creationId xmlns:a16="http://schemas.microsoft.com/office/drawing/2014/main" id="{3C22B427-06CB-B2B2-A385-D681E39AC8A7}"/>
                  </a:ext>
                </a:extLst>
              </p:cNvPr>
              <p:cNvCxnSpPr>
                <a:stCxn id="8" idx="6"/>
                <a:endCxn id="2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543;p6">
                <a:extLst>
                  <a:ext uri="{FF2B5EF4-FFF2-40B4-BE49-F238E27FC236}">
                    <a16:creationId xmlns:a16="http://schemas.microsoft.com/office/drawing/2014/main" id="{14E9F034-A203-B2DE-F1CA-3E3B07C5AC6F}"/>
                  </a:ext>
                </a:extLst>
              </p:cNvPr>
              <p:cNvCxnSpPr>
                <a:stCxn id="9" idx="6"/>
                <a:endCxn id="2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5;p6">
                <a:extLst>
                  <a:ext uri="{FF2B5EF4-FFF2-40B4-BE49-F238E27FC236}">
                    <a16:creationId xmlns:a16="http://schemas.microsoft.com/office/drawing/2014/main" id="{F0B783DC-1559-37EE-C117-FE9F83F4930A}"/>
                  </a:ext>
                </a:extLst>
              </p:cNvPr>
              <p:cNvCxnSpPr>
                <a:stCxn id="7" idx="6"/>
                <a:endCxn id="4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7;p6">
                <a:extLst>
                  <a:ext uri="{FF2B5EF4-FFF2-40B4-BE49-F238E27FC236}">
                    <a16:creationId xmlns:a16="http://schemas.microsoft.com/office/drawing/2014/main" id="{EAE92FB9-94A0-3FA7-DE22-C9756B567C7C}"/>
                  </a:ext>
                </a:extLst>
              </p:cNvPr>
              <p:cNvCxnSpPr>
                <a:stCxn id="7" idx="6"/>
                <a:endCxn id="2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8;p6">
                <a:extLst>
                  <a:ext uri="{FF2B5EF4-FFF2-40B4-BE49-F238E27FC236}">
                    <a16:creationId xmlns:a16="http://schemas.microsoft.com/office/drawing/2014/main" id="{6D8C937C-8426-6E37-EE9C-CE5E0DC1C529}"/>
                  </a:ext>
                </a:extLst>
              </p:cNvPr>
              <p:cNvCxnSpPr>
                <a:stCxn id="7" idx="6"/>
                <a:endCxn id="4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50;p6">
                <a:extLst>
                  <a:ext uri="{FF2B5EF4-FFF2-40B4-BE49-F238E27FC236}">
                    <a16:creationId xmlns:a16="http://schemas.microsoft.com/office/drawing/2014/main" id="{85D4AFD0-CC40-BB62-7069-69E9D172FBB1}"/>
                  </a:ext>
                </a:extLst>
              </p:cNvPr>
              <p:cNvCxnSpPr>
                <a:stCxn id="8" idx="6"/>
                <a:endCxn id="2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51;p6">
                <a:extLst>
                  <a:ext uri="{FF2B5EF4-FFF2-40B4-BE49-F238E27FC236}">
                    <a16:creationId xmlns:a16="http://schemas.microsoft.com/office/drawing/2014/main" id="{A675ABF4-6DF7-6BB7-54C4-E6059E63D6F1}"/>
                  </a:ext>
                </a:extLst>
              </p:cNvPr>
              <p:cNvCxnSpPr>
                <a:stCxn id="8" idx="6"/>
                <a:endCxn id="4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2;p6">
                <a:extLst>
                  <a:ext uri="{FF2B5EF4-FFF2-40B4-BE49-F238E27FC236}">
                    <a16:creationId xmlns:a16="http://schemas.microsoft.com/office/drawing/2014/main" id="{C7B00C0E-318B-3A29-CD27-44848B195073}"/>
                  </a:ext>
                </a:extLst>
              </p:cNvPr>
              <p:cNvCxnSpPr>
                <a:stCxn id="8" idx="6"/>
                <a:endCxn id="2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3;p6">
                <a:extLst>
                  <a:ext uri="{FF2B5EF4-FFF2-40B4-BE49-F238E27FC236}">
                    <a16:creationId xmlns:a16="http://schemas.microsoft.com/office/drawing/2014/main" id="{82C7F777-F5C0-A4C5-9A03-D78644C04403}"/>
                  </a:ext>
                </a:extLst>
              </p:cNvPr>
              <p:cNvCxnSpPr>
                <a:stCxn id="8" idx="6"/>
                <a:endCxn id="4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4;p6">
                <a:extLst>
                  <a:ext uri="{FF2B5EF4-FFF2-40B4-BE49-F238E27FC236}">
                    <a16:creationId xmlns:a16="http://schemas.microsoft.com/office/drawing/2014/main" id="{F35DACC0-E2CB-5FEE-1648-12C24E08D26D}"/>
                  </a:ext>
                </a:extLst>
              </p:cNvPr>
              <p:cNvCxnSpPr>
                <a:stCxn id="9" idx="6"/>
                <a:endCxn id="4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5;p6">
                <a:extLst>
                  <a:ext uri="{FF2B5EF4-FFF2-40B4-BE49-F238E27FC236}">
                    <a16:creationId xmlns:a16="http://schemas.microsoft.com/office/drawing/2014/main" id="{838BCDCD-5B4B-4F66-8CE3-B6EFEFC3F766}"/>
                  </a:ext>
                </a:extLst>
              </p:cNvPr>
              <p:cNvCxnSpPr>
                <a:stCxn id="9" idx="6"/>
                <a:endCxn id="2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6;p6">
                <a:extLst>
                  <a:ext uri="{FF2B5EF4-FFF2-40B4-BE49-F238E27FC236}">
                    <a16:creationId xmlns:a16="http://schemas.microsoft.com/office/drawing/2014/main" id="{36E272A2-883D-9AE5-1384-6A1F046A1315}"/>
                  </a:ext>
                </a:extLst>
              </p:cNvPr>
              <p:cNvCxnSpPr>
                <a:stCxn id="9" idx="6"/>
                <a:endCxn id="2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7;p6">
                <a:extLst>
                  <a:ext uri="{FF2B5EF4-FFF2-40B4-BE49-F238E27FC236}">
                    <a16:creationId xmlns:a16="http://schemas.microsoft.com/office/drawing/2014/main" id="{4D062F09-9EC2-12C9-23AF-AFFF46D963AE}"/>
                  </a:ext>
                </a:extLst>
              </p:cNvPr>
              <p:cNvCxnSpPr>
                <a:stCxn id="9" idx="6"/>
                <a:endCxn id="4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540;p6">
                <a:extLst>
                  <a:ext uri="{FF2B5EF4-FFF2-40B4-BE49-F238E27FC236}">
                    <a16:creationId xmlns:a16="http://schemas.microsoft.com/office/drawing/2014/main" id="{419F5AA4-2EF9-52CB-2807-D7B574E6752F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42;p6">
                <a:extLst>
                  <a:ext uri="{FF2B5EF4-FFF2-40B4-BE49-F238E27FC236}">
                    <a16:creationId xmlns:a16="http://schemas.microsoft.com/office/drawing/2014/main" id="{99815C45-F60A-5BD3-0DC2-208D08B993F5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44;p6">
                <a:extLst>
                  <a:ext uri="{FF2B5EF4-FFF2-40B4-BE49-F238E27FC236}">
                    <a16:creationId xmlns:a16="http://schemas.microsoft.com/office/drawing/2014/main" id="{A078D84D-E3CD-61EF-4333-5A54A8076463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58;p6">
                <a:extLst>
                  <a:ext uri="{FF2B5EF4-FFF2-40B4-BE49-F238E27FC236}">
                    <a16:creationId xmlns:a16="http://schemas.microsoft.com/office/drawing/2014/main" id="{50E4E557-8E73-E6CB-A1B8-55BF9A9573E0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59;p6">
                <a:extLst>
                  <a:ext uri="{FF2B5EF4-FFF2-40B4-BE49-F238E27FC236}">
                    <a16:creationId xmlns:a16="http://schemas.microsoft.com/office/drawing/2014/main" id="{DD93135D-692C-F743-052D-58D60278FD80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60;p6">
                <a:extLst>
                  <a:ext uri="{FF2B5EF4-FFF2-40B4-BE49-F238E27FC236}">
                    <a16:creationId xmlns:a16="http://schemas.microsoft.com/office/drawing/2014/main" id="{4D453EDA-EF1D-2D20-0F74-B12996825A98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61;p6">
                <a:extLst>
                  <a:ext uri="{FF2B5EF4-FFF2-40B4-BE49-F238E27FC236}">
                    <a16:creationId xmlns:a16="http://schemas.microsoft.com/office/drawing/2014/main" id="{CA1A8EA7-E04A-F63A-F0FD-FCCF7810BF2E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2;p6">
                <a:extLst>
                  <a:ext uri="{FF2B5EF4-FFF2-40B4-BE49-F238E27FC236}">
                    <a16:creationId xmlns:a16="http://schemas.microsoft.com/office/drawing/2014/main" id="{BA6D1F2E-30C6-E12D-9087-FEBEE12251B9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" name="Google Shape;563;p6">
                <a:extLst>
                  <a:ext uri="{FF2B5EF4-FFF2-40B4-BE49-F238E27FC236}">
                    <a16:creationId xmlns:a16="http://schemas.microsoft.com/office/drawing/2014/main" id="{0B3A36AD-0772-6A02-87CC-D985AC5B5303}"/>
                  </a:ext>
                </a:extLst>
              </p:cNvPr>
              <p:cNvCxnSpPr>
                <a:stCxn id="25" idx="6"/>
                <a:endCxn id="2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564;p6">
                <a:extLst>
                  <a:ext uri="{FF2B5EF4-FFF2-40B4-BE49-F238E27FC236}">
                    <a16:creationId xmlns:a16="http://schemas.microsoft.com/office/drawing/2014/main" id="{441796AE-B3AA-F740-CCE5-301BFFD46758}"/>
                  </a:ext>
                </a:extLst>
              </p:cNvPr>
              <p:cNvCxnSpPr>
                <a:stCxn id="26" idx="6"/>
                <a:endCxn id="3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565;p6">
                <a:extLst>
                  <a:ext uri="{FF2B5EF4-FFF2-40B4-BE49-F238E27FC236}">
                    <a16:creationId xmlns:a16="http://schemas.microsoft.com/office/drawing/2014/main" id="{85D9C5DF-0713-1CBE-66E4-102AB98C4DC8}"/>
                  </a:ext>
                </a:extLst>
              </p:cNvPr>
              <p:cNvCxnSpPr>
                <a:stCxn id="27" idx="6"/>
                <a:endCxn id="3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6;p6">
                <a:extLst>
                  <a:ext uri="{FF2B5EF4-FFF2-40B4-BE49-F238E27FC236}">
                    <a16:creationId xmlns:a16="http://schemas.microsoft.com/office/drawing/2014/main" id="{E232881A-D49A-9A8E-89F8-5152983E7268}"/>
                  </a:ext>
                </a:extLst>
              </p:cNvPr>
              <p:cNvCxnSpPr>
                <a:stCxn id="25" idx="6"/>
                <a:endCxn id="2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7;p6">
                <a:extLst>
                  <a:ext uri="{FF2B5EF4-FFF2-40B4-BE49-F238E27FC236}">
                    <a16:creationId xmlns:a16="http://schemas.microsoft.com/office/drawing/2014/main" id="{821803F2-A0B3-2F54-079C-077F38CD3FC0}"/>
                  </a:ext>
                </a:extLst>
              </p:cNvPr>
              <p:cNvCxnSpPr>
                <a:stCxn id="25" idx="6"/>
                <a:endCxn id="3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8;p6">
                <a:extLst>
                  <a:ext uri="{FF2B5EF4-FFF2-40B4-BE49-F238E27FC236}">
                    <a16:creationId xmlns:a16="http://schemas.microsoft.com/office/drawing/2014/main" id="{1927BE96-57DC-3C3E-FF74-99368AEE8B30}"/>
                  </a:ext>
                </a:extLst>
              </p:cNvPr>
              <p:cNvCxnSpPr>
                <a:stCxn id="25" idx="6"/>
                <a:endCxn id="3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9;p6">
                <a:extLst>
                  <a:ext uri="{FF2B5EF4-FFF2-40B4-BE49-F238E27FC236}">
                    <a16:creationId xmlns:a16="http://schemas.microsoft.com/office/drawing/2014/main" id="{06971676-89C7-0760-D69D-9840B044C311}"/>
                  </a:ext>
                </a:extLst>
              </p:cNvPr>
              <p:cNvCxnSpPr>
                <a:stCxn id="25" idx="6"/>
                <a:endCxn id="3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70;p6">
                <a:extLst>
                  <a:ext uri="{FF2B5EF4-FFF2-40B4-BE49-F238E27FC236}">
                    <a16:creationId xmlns:a16="http://schemas.microsoft.com/office/drawing/2014/main" id="{D042EEDE-5B23-79BD-E4B1-046CEAF2DA1A}"/>
                  </a:ext>
                </a:extLst>
              </p:cNvPr>
              <p:cNvCxnSpPr>
                <a:stCxn id="26" idx="6"/>
                <a:endCxn id="2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71;p6">
                <a:extLst>
                  <a:ext uri="{FF2B5EF4-FFF2-40B4-BE49-F238E27FC236}">
                    <a16:creationId xmlns:a16="http://schemas.microsoft.com/office/drawing/2014/main" id="{BBA74D29-D96B-33E5-DA1D-B5939D64AC68}"/>
                  </a:ext>
                </a:extLst>
              </p:cNvPr>
              <p:cNvCxnSpPr>
                <a:stCxn id="26" idx="6"/>
                <a:endCxn id="2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2;p6">
                <a:extLst>
                  <a:ext uri="{FF2B5EF4-FFF2-40B4-BE49-F238E27FC236}">
                    <a16:creationId xmlns:a16="http://schemas.microsoft.com/office/drawing/2014/main" id="{2F1B0D82-8FC3-5C9F-71C4-CCB07BC63332}"/>
                  </a:ext>
                </a:extLst>
              </p:cNvPr>
              <p:cNvCxnSpPr>
                <a:stCxn id="26" idx="6"/>
                <a:endCxn id="3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3;p6">
                <a:extLst>
                  <a:ext uri="{FF2B5EF4-FFF2-40B4-BE49-F238E27FC236}">
                    <a16:creationId xmlns:a16="http://schemas.microsoft.com/office/drawing/2014/main" id="{DDDB9592-9D06-ECE6-CC9B-2D4E617F7172}"/>
                  </a:ext>
                </a:extLst>
              </p:cNvPr>
              <p:cNvCxnSpPr>
                <a:stCxn id="26" idx="6"/>
                <a:endCxn id="3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4;p6">
                <a:extLst>
                  <a:ext uri="{FF2B5EF4-FFF2-40B4-BE49-F238E27FC236}">
                    <a16:creationId xmlns:a16="http://schemas.microsoft.com/office/drawing/2014/main" id="{BC9EECA6-246C-A114-2692-E7057C235A7C}"/>
                  </a:ext>
                </a:extLst>
              </p:cNvPr>
              <p:cNvCxnSpPr>
                <a:stCxn id="27" idx="6"/>
                <a:endCxn id="2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5;p6">
                <a:extLst>
                  <a:ext uri="{FF2B5EF4-FFF2-40B4-BE49-F238E27FC236}">
                    <a16:creationId xmlns:a16="http://schemas.microsoft.com/office/drawing/2014/main" id="{962A28A7-312A-6DE8-07D2-21EEC4CAA65F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6;p6">
                <a:extLst>
                  <a:ext uri="{FF2B5EF4-FFF2-40B4-BE49-F238E27FC236}">
                    <a16:creationId xmlns:a16="http://schemas.microsoft.com/office/drawing/2014/main" id="{89C05A7B-9AD3-C0BF-4247-E256C92F82EE}"/>
                  </a:ext>
                </a:extLst>
              </p:cNvPr>
              <p:cNvCxnSpPr>
                <a:stCxn id="27" idx="6"/>
                <a:endCxn id="3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7;p6">
                <a:extLst>
                  <a:ext uri="{FF2B5EF4-FFF2-40B4-BE49-F238E27FC236}">
                    <a16:creationId xmlns:a16="http://schemas.microsoft.com/office/drawing/2014/main" id="{EBFED4B7-A38C-D115-0957-9EE47B9F6BB5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" name="Google Shape;546;p6">
                <a:extLst>
                  <a:ext uri="{FF2B5EF4-FFF2-40B4-BE49-F238E27FC236}">
                    <a16:creationId xmlns:a16="http://schemas.microsoft.com/office/drawing/2014/main" id="{83EC2EB8-E821-6C1B-FEA1-B5ABEA2D8298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549;p6">
                <a:extLst>
                  <a:ext uri="{FF2B5EF4-FFF2-40B4-BE49-F238E27FC236}">
                    <a16:creationId xmlns:a16="http://schemas.microsoft.com/office/drawing/2014/main" id="{B381364D-D9F6-55EF-29F5-15247AC84265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" name="Google Shape;578;p6">
                <a:extLst>
                  <a:ext uri="{FF2B5EF4-FFF2-40B4-BE49-F238E27FC236}">
                    <a16:creationId xmlns:a16="http://schemas.microsoft.com/office/drawing/2014/main" id="{0191A48D-B84E-A0C7-133E-0CFEED18E446}"/>
                  </a:ext>
                </a:extLst>
              </p:cNvPr>
              <p:cNvCxnSpPr>
                <a:stCxn id="48" idx="6"/>
                <a:endCxn id="2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9;p6">
                <a:extLst>
                  <a:ext uri="{FF2B5EF4-FFF2-40B4-BE49-F238E27FC236}">
                    <a16:creationId xmlns:a16="http://schemas.microsoft.com/office/drawing/2014/main" id="{CFAFF301-EBDB-F3CB-FB22-13A5CB2CC0CC}"/>
                  </a:ext>
                </a:extLst>
              </p:cNvPr>
              <p:cNvCxnSpPr>
                <a:stCxn id="48" idx="6"/>
                <a:endCxn id="2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80;p6">
                <a:extLst>
                  <a:ext uri="{FF2B5EF4-FFF2-40B4-BE49-F238E27FC236}">
                    <a16:creationId xmlns:a16="http://schemas.microsoft.com/office/drawing/2014/main" id="{FE79B094-6ED8-0C7A-5983-951DCB5B85E3}"/>
                  </a:ext>
                </a:extLst>
              </p:cNvPr>
              <p:cNvCxnSpPr>
                <a:stCxn id="48" idx="6"/>
                <a:endCxn id="3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81;p6">
                <a:extLst>
                  <a:ext uri="{FF2B5EF4-FFF2-40B4-BE49-F238E27FC236}">
                    <a16:creationId xmlns:a16="http://schemas.microsoft.com/office/drawing/2014/main" id="{22F7B036-3EFF-638C-5E9F-8093766ECB42}"/>
                  </a:ext>
                </a:extLst>
              </p:cNvPr>
              <p:cNvCxnSpPr>
                <a:stCxn id="48" idx="6"/>
                <a:endCxn id="3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2;p6">
                <a:extLst>
                  <a:ext uri="{FF2B5EF4-FFF2-40B4-BE49-F238E27FC236}">
                    <a16:creationId xmlns:a16="http://schemas.microsoft.com/office/drawing/2014/main" id="{68FF66D8-5865-C286-822E-A22FED0CDFBD}"/>
                  </a:ext>
                </a:extLst>
              </p:cNvPr>
              <p:cNvCxnSpPr>
                <a:stCxn id="48" idx="6"/>
                <a:endCxn id="3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3;p6">
                <a:extLst>
                  <a:ext uri="{FF2B5EF4-FFF2-40B4-BE49-F238E27FC236}">
                    <a16:creationId xmlns:a16="http://schemas.microsoft.com/office/drawing/2014/main" id="{45C5AF8E-5C76-360E-797C-56055B33D3D4}"/>
                  </a:ext>
                </a:extLst>
              </p:cNvPr>
              <p:cNvCxnSpPr>
                <a:stCxn id="49" idx="6"/>
                <a:endCxn id="3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4;p6">
                <a:extLst>
                  <a:ext uri="{FF2B5EF4-FFF2-40B4-BE49-F238E27FC236}">
                    <a16:creationId xmlns:a16="http://schemas.microsoft.com/office/drawing/2014/main" id="{02DC56C0-8C31-8CBC-736E-5070A0B2D9F9}"/>
                  </a:ext>
                </a:extLst>
              </p:cNvPr>
              <p:cNvCxnSpPr>
                <a:stCxn id="49" idx="6"/>
                <a:endCxn id="3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5;p6">
                <a:extLst>
                  <a:ext uri="{FF2B5EF4-FFF2-40B4-BE49-F238E27FC236}">
                    <a16:creationId xmlns:a16="http://schemas.microsoft.com/office/drawing/2014/main" id="{2B43BD03-62F6-D78C-1DBD-FABE0FF721FA}"/>
                  </a:ext>
                </a:extLst>
              </p:cNvPr>
              <p:cNvCxnSpPr>
                <a:stCxn id="49" idx="6"/>
                <a:endCxn id="3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6;p6">
                <a:extLst>
                  <a:ext uri="{FF2B5EF4-FFF2-40B4-BE49-F238E27FC236}">
                    <a16:creationId xmlns:a16="http://schemas.microsoft.com/office/drawing/2014/main" id="{25EC2697-C7E4-F8F8-E067-A4075CCE50D9}"/>
                  </a:ext>
                </a:extLst>
              </p:cNvPr>
              <p:cNvCxnSpPr>
                <a:stCxn id="49" idx="6"/>
                <a:endCxn id="2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7;p6">
                <a:extLst>
                  <a:ext uri="{FF2B5EF4-FFF2-40B4-BE49-F238E27FC236}">
                    <a16:creationId xmlns:a16="http://schemas.microsoft.com/office/drawing/2014/main" id="{D7B6E5A0-3146-8E42-9807-0327E6B6659D}"/>
                  </a:ext>
                </a:extLst>
              </p:cNvPr>
              <p:cNvCxnSpPr>
                <a:stCxn id="49" idx="6"/>
                <a:endCxn id="2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8;p6">
                <a:extLst>
                  <a:ext uri="{FF2B5EF4-FFF2-40B4-BE49-F238E27FC236}">
                    <a16:creationId xmlns:a16="http://schemas.microsoft.com/office/drawing/2014/main" id="{0CBEF50B-260B-0082-3E5E-DF592BE80B30}"/>
                  </a:ext>
                </a:extLst>
              </p:cNvPr>
              <p:cNvCxnSpPr>
                <a:stCxn id="28" idx="6"/>
                <a:endCxn id="1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9;p6">
                <a:extLst>
                  <a:ext uri="{FF2B5EF4-FFF2-40B4-BE49-F238E27FC236}">
                    <a16:creationId xmlns:a16="http://schemas.microsoft.com/office/drawing/2014/main" id="{D3C142EF-9EAC-2279-BBA4-77A22BE52805}"/>
                  </a:ext>
                </a:extLst>
              </p:cNvPr>
              <p:cNvCxnSpPr>
                <a:stCxn id="29" idx="6"/>
                <a:endCxn id="1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90;p6">
                <a:extLst>
                  <a:ext uri="{FF2B5EF4-FFF2-40B4-BE49-F238E27FC236}">
                    <a16:creationId xmlns:a16="http://schemas.microsoft.com/office/drawing/2014/main" id="{29216E1C-E382-7CA3-D943-77226FE7FDF3}"/>
                  </a:ext>
                </a:extLst>
              </p:cNvPr>
              <p:cNvCxnSpPr>
                <a:stCxn id="30" idx="6"/>
                <a:endCxn id="1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91;p6">
                <a:extLst>
                  <a:ext uri="{FF2B5EF4-FFF2-40B4-BE49-F238E27FC236}">
                    <a16:creationId xmlns:a16="http://schemas.microsoft.com/office/drawing/2014/main" id="{28614DC8-4ECC-4E24-0C2C-67CC6545853E}"/>
                  </a:ext>
                </a:extLst>
              </p:cNvPr>
              <p:cNvCxnSpPr>
                <a:stCxn id="31" idx="6"/>
                <a:endCxn id="1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2;p6">
                <a:extLst>
                  <a:ext uri="{FF2B5EF4-FFF2-40B4-BE49-F238E27FC236}">
                    <a16:creationId xmlns:a16="http://schemas.microsoft.com/office/drawing/2014/main" id="{871A8A25-9EC0-FA3C-888E-AA6758F092BC}"/>
                  </a:ext>
                </a:extLst>
              </p:cNvPr>
              <p:cNvCxnSpPr>
                <a:stCxn id="32" idx="6"/>
                <a:endCxn id="1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5" name="Google Shape;593;p6">
                <a:extLst>
                  <a:ext uri="{FF2B5EF4-FFF2-40B4-BE49-F238E27FC236}">
                    <a16:creationId xmlns:a16="http://schemas.microsoft.com/office/drawing/2014/main" id="{2485DA86-89CD-EF94-DEFC-D205C3E69731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" name="Google Shape;594;p6">
                <a:extLst>
                  <a:ext uri="{FF2B5EF4-FFF2-40B4-BE49-F238E27FC236}">
                    <a16:creationId xmlns:a16="http://schemas.microsoft.com/office/drawing/2014/main" id="{1025E231-BAA5-D804-DEA0-E929BBBB1904}"/>
                  </a:ext>
                </a:extLst>
              </p:cNvPr>
              <p:cNvCxnSpPr>
                <a:stCxn id="29" idx="6"/>
                <a:endCxn id="6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5;p6">
                <a:extLst>
                  <a:ext uri="{FF2B5EF4-FFF2-40B4-BE49-F238E27FC236}">
                    <a16:creationId xmlns:a16="http://schemas.microsoft.com/office/drawing/2014/main" id="{90E64731-141F-E7BB-BFCB-B05A8FE04B48}"/>
                  </a:ext>
                </a:extLst>
              </p:cNvPr>
              <p:cNvCxnSpPr>
                <a:stCxn id="30" idx="6"/>
                <a:endCxn id="6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6;p6">
                <a:extLst>
                  <a:ext uri="{FF2B5EF4-FFF2-40B4-BE49-F238E27FC236}">
                    <a16:creationId xmlns:a16="http://schemas.microsoft.com/office/drawing/2014/main" id="{24B034BD-6216-FD73-5BA4-D8684BFE0477}"/>
                  </a:ext>
                </a:extLst>
              </p:cNvPr>
              <p:cNvCxnSpPr>
                <a:stCxn id="31" idx="6"/>
                <a:endCxn id="6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7;p6">
                <a:extLst>
                  <a:ext uri="{FF2B5EF4-FFF2-40B4-BE49-F238E27FC236}">
                    <a16:creationId xmlns:a16="http://schemas.microsoft.com/office/drawing/2014/main" id="{750A897A-FA02-19FA-DE2E-CB9B59D5A012}"/>
                  </a:ext>
                </a:extLst>
              </p:cNvPr>
              <p:cNvCxnSpPr>
                <a:stCxn id="32" idx="6"/>
                <a:endCxn id="6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8;p6">
                <a:extLst>
                  <a:ext uri="{FF2B5EF4-FFF2-40B4-BE49-F238E27FC236}">
                    <a16:creationId xmlns:a16="http://schemas.microsoft.com/office/drawing/2014/main" id="{67A40D5D-C54D-FD6B-3EA3-DAF957B7334B}"/>
                  </a:ext>
                </a:extLst>
              </p:cNvPr>
              <p:cNvCxnSpPr>
                <a:stCxn id="28" idx="6"/>
                <a:endCxn id="6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9;p6">
                <a:extLst>
                  <a:ext uri="{FF2B5EF4-FFF2-40B4-BE49-F238E27FC236}">
                    <a16:creationId xmlns:a16="http://schemas.microsoft.com/office/drawing/2014/main" id="{F309801B-F229-4C7F-F86E-1EB6B4BED58F}"/>
                  </a:ext>
                </a:extLst>
              </p:cNvPr>
              <p:cNvCxnSpPr>
                <a:stCxn id="7" idx="6"/>
                <a:endCxn id="2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7781AC9F-481D-A15D-340C-050CEB5F0611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CDA33CCB-B9BB-17E0-DC32-75DB21D66C06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65B46B86-7C5D-4E53-6A2E-B31E18AC3AC0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600;p6">
              <a:extLst>
                <a:ext uri="{FF2B5EF4-FFF2-40B4-BE49-F238E27FC236}">
                  <a16:creationId xmlns:a16="http://schemas.microsoft.com/office/drawing/2014/main" id="{59AB293E-1000-5AF2-36DD-BB087E8B0BB8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601;p6">
              <a:extLst>
                <a:ext uri="{FF2B5EF4-FFF2-40B4-BE49-F238E27FC236}">
                  <a16:creationId xmlns:a16="http://schemas.microsoft.com/office/drawing/2014/main" id="{F1DD78EE-0A85-0639-D7B0-DA5E0D9B5147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C0C13996-9AF5-472E-8FA9-2E58A854301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5361" y="2116415"/>
              <a:ext cx="3825216" cy="11882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25216">
                      <a:extLst>
                        <a:ext uri="{9D8B030D-6E8A-4147-A177-3AD203B41FA5}">
                          <a16:colId xmlns:a16="http://schemas.microsoft.com/office/drawing/2014/main" val="1010133478"/>
                        </a:ext>
                      </a:extLst>
                    </a:gridCol>
                  </a:tblGrid>
                  <a:tr h="92409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𝐻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2800" i="1" dirty="0">
                            <a:effectLst/>
                            <a:latin typeface="+mn-lt"/>
                            <a:ea typeface="Malgun Gothic" panose="020B0503020000020004" pitchFamily="34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1602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C0C13996-9AF5-472E-8FA9-2E58A85430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8355186"/>
                  </p:ext>
                </p:extLst>
              </p:nvPr>
            </p:nvGraphicFramePr>
            <p:xfrm>
              <a:off x="545361" y="2116415"/>
              <a:ext cx="3825216" cy="11882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25216">
                      <a:extLst>
                        <a:ext uri="{9D8B030D-6E8A-4147-A177-3AD203B41FA5}">
                          <a16:colId xmlns:a16="http://schemas.microsoft.com/office/drawing/2014/main" val="1010133478"/>
                        </a:ext>
                      </a:extLst>
                    </a:gridCol>
                  </a:tblGrid>
                  <a:tr h="11882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16024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15105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51261-8C9C-DDFD-CBDD-A477B73F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604;p6">
            <a:extLst>
              <a:ext uri="{FF2B5EF4-FFF2-40B4-BE49-F238E27FC236}">
                <a16:creationId xmlns:a16="http://schemas.microsoft.com/office/drawing/2014/main" id="{2D5E8049-006A-80BA-6F01-38AAE943D101}"/>
              </a:ext>
            </a:extLst>
          </p:cNvPr>
          <p:cNvSpPr txBox="1"/>
          <p:nvPr/>
        </p:nvSpPr>
        <p:spPr>
          <a:xfrm>
            <a:off x="135924" y="4033861"/>
            <a:ext cx="4645277" cy="224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298450" marR="5080" lvl="0" indent="-285750" algn="l" rtl="0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activation function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w</a:t>
            </a:r>
            <a:r>
              <a:rPr lang="en-US" sz="2800" i="1" baseline="-250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ij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weight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i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b</a:t>
            </a: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is the bias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98450" marR="5080" lvl="0" indent="-285750" algn="l" rtl="0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 DNN has millions of weights and biases</a:t>
            </a:r>
            <a:endParaRPr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605;p6">
            <a:extLst>
              <a:ext uri="{FF2B5EF4-FFF2-40B4-BE49-F238E27FC236}">
                <a16:creationId xmlns:a16="http://schemas.microsoft.com/office/drawing/2014/main" id="{FAA6C1E2-A393-8B7A-3E46-30A6012CB1CB}"/>
              </a:ext>
            </a:extLst>
          </p:cNvPr>
          <p:cNvSpPr txBox="1"/>
          <p:nvPr/>
        </p:nvSpPr>
        <p:spPr>
          <a:xfrm>
            <a:off x="577442" y="1434798"/>
            <a:ext cx="3925088" cy="44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marR="5080" lvl="0" indent="0" algn="l" rtl="0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For each neuron H:</a:t>
            </a:r>
            <a:endParaRPr sz="280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AB06528-BA14-ED63-75D9-01EB3768D854}"/>
              </a:ext>
            </a:extLst>
          </p:cNvPr>
          <p:cNvGrpSpPr/>
          <p:nvPr/>
        </p:nvGrpSpPr>
        <p:grpSpPr>
          <a:xfrm>
            <a:off x="4781202" y="311571"/>
            <a:ext cx="6722937" cy="6243315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BC4E26FA-2292-02B7-D624-0936758ABE65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7" name="Google Shape;535;p6">
                <a:extLst>
                  <a:ext uri="{FF2B5EF4-FFF2-40B4-BE49-F238E27FC236}">
                    <a16:creationId xmlns:a16="http://schemas.microsoft.com/office/drawing/2014/main" id="{E403D21C-D84E-F445-705D-A1EF16DC5317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36;p6">
                <a:extLst>
                  <a:ext uri="{FF2B5EF4-FFF2-40B4-BE49-F238E27FC236}">
                    <a16:creationId xmlns:a16="http://schemas.microsoft.com/office/drawing/2014/main" id="{ABC7C43F-C68D-A7F4-9EC6-6421AE6A0340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537;p6">
                <a:extLst>
                  <a:ext uri="{FF2B5EF4-FFF2-40B4-BE49-F238E27FC236}">
                    <a16:creationId xmlns:a16="http://schemas.microsoft.com/office/drawing/2014/main" id="{B2939F68-25B6-E2C0-FB22-A081CDEF6B58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8;p6">
                <a:extLst>
                  <a:ext uri="{FF2B5EF4-FFF2-40B4-BE49-F238E27FC236}">
                    <a16:creationId xmlns:a16="http://schemas.microsoft.com/office/drawing/2014/main" id="{3FEA865F-36EC-5E36-F9F6-C5D6FA14EA0D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Google Shape;539;p6">
                <a:extLst>
                  <a:ext uri="{FF2B5EF4-FFF2-40B4-BE49-F238E27FC236}">
                    <a16:creationId xmlns:a16="http://schemas.microsoft.com/office/drawing/2014/main" id="{AAAB83B7-0A22-DC36-C1C1-FA6AAC27FE67}"/>
                  </a:ext>
                </a:extLst>
              </p:cNvPr>
              <p:cNvCxnSpPr>
                <a:stCxn id="7" idx="6"/>
                <a:endCxn id="2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541;p6">
                <a:extLst>
                  <a:ext uri="{FF2B5EF4-FFF2-40B4-BE49-F238E27FC236}">
                    <a16:creationId xmlns:a16="http://schemas.microsoft.com/office/drawing/2014/main" id="{D3515B4B-8CE8-6BFD-80DB-36E0441C1289}"/>
                  </a:ext>
                </a:extLst>
              </p:cNvPr>
              <p:cNvCxnSpPr>
                <a:stCxn id="8" idx="6"/>
                <a:endCxn id="2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543;p6">
                <a:extLst>
                  <a:ext uri="{FF2B5EF4-FFF2-40B4-BE49-F238E27FC236}">
                    <a16:creationId xmlns:a16="http://schemas.microsoft.com/office/drawing/2014/main" id="{61201594-A074-F1DE-318E-7694A414FD83}"/>
                  </a:ext>
                </a:extLst>
              </p:cNvPr>
              <p:cNvCxnSpPr>
                <a:stCxn id="9" idx="6"/>
                <a:endCxn id="2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5;p6">
                <a:extLst>
                  <a:ext uri="{FF2B5EF4-FFF2-40B4-BE49-F238E27FC236}">
                    <a16:creationId xmlns:a16="http://schemas.microsoft.com/office/drawing/2014/main" id="{742FCA8D-36AB-F207-D508-D0ABAD55FF3A}"/>
                  </a:ext>
                </a:extLst>
              </p:cNvPr>
              <p:cNvCxnSpPr>
                <a:stCxn id="7" idx="6"/>
                <a:endCxn id="4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7;p6">
                <a:extLst>
                  <a:ext uri="{FF2B5EF4-FFF2-40B4-BE49-F238E27FC236}">
                    <a16:creationId xmlns:a16="http://schemas.microsoft.com/office/drawing/2014/main" id="{9F8BC445-D796-4CB4-43AA-57380ACB3994}"/>
                  </a:ext>
                </a:extLst>
              </p:cNvPr>
              <p:cNvCxnSpPr>
                <a:stCxn id="7" idx="6"/>
                <a:endCxn id="2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8;p6">
                <a:extLst>
                  <a:ext uri="{FF2B5EF4-FFF2-40B4-BE49-F238E27FC236}">
                    <a16:creationId xmlns:a16="http://schemas.microsoft.com/office/drawing/2014/main" id="{235D0F6A-A513-09B6-2CDE-A4862A12309D}"/>
                  </a:ext>
                </a:extLst>
              </p:cNvPr>
              <p:cNvCxnSpPr>
                <a:stCxn id="7" idx="6"/>
                <a:endCxn id="4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50;p6">
                <a:extLst>
                  <a:ext uri="{FF2B5EF4-FFF2-40B4-BE49-F238E27FC236}">
                    <a16:creationId xmlns:a16="http://schemas.microsoft.com/office/drawing/2014/main" id="{B63AFDAD-7C49-57C4-25A9-A2E4F4F0CFE3}"/>
                  </a:ext>
                </a:extLst>
              </p:cNvPr>
              <p:cNvCxnSpPr>
                <a:stCxn id="8" idx="6"/>
                <a:endCxn id="2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51;p6">
                <a:extLst>
                  <a:ext uri="{FF2B5EF4-FFF2-40B4-BE49-F238E27FC236}">
                    <a16:creationId xmlns:a16="http://schemas.microsoft.com/office/drawing/2014/main" id="{819A99F3-CA85-E183-5985-C97963A781B2}"/>
                  </a:ext>
                </a:extLst>
              </p:cNvPr>
              <p:cNvCxnSpPr>
                <a:stCxn id="8" idx="6"/>
                <a:endCxn id="4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2;p6">
                <a:extLst>
                  <a:ext uri="{FF2B5EF4-FFF2-40B4-BE49-F238E27FC236}">
                    <a16:creationId xmlns:a16="http://schemas.microsoft.com/office/drawing/2014/main" id="{5A5AA2C8-B3C3-B651-DEE8-65042171E6A8}"/>
                  </a:ext>
                </a:extLst>
              </p:cNvPr>
              <p:cNvCxnSpPr>
                <a:stCxn id="8" idx="6"/>
                <a:endCxn id="2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3;p6">
                <a:extLst>
                  <a:ext uri="{FF2B5EF4-FFF2-40B4-BE49-F238E27FC236}">
                    <a16:creationId xmlns:a16="http://schemas.microsoft.com/office/drawing/2014/main" id="{EF97779C-2AE9-B98A-4F44-BFCB525F64F7}"/>
                  </a:ext>
                </a:extLst>
              </p:cNvPr>
              <p:cNvCxnSpPr>
                <a:stCxn id="8" idx="6"/>
                <a:endCxn id="4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4;p6">
                <a:extLst>
                  <a:ext uri="{FF2B5EF4-FFF2-40B4-BE49-F238E27FC236}">
                    <a16:creationId xmlns:a16="http://schemas.microsoft.com/office/drawing/2014/main" id="{C8CF9BC5-62DF-DCF3-FC0E-A9F0909E5F1F}"/>
                  </a:ext>
                </a:extLst>
              </p:cNvPr>
              <p:cNvCxnSpPr>
                <a:stCxn id="9" idx="6"/>
                <a:endCxn id="4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5;p6">
                <a:extLst>
                  <a:ext uri="{FF2B5EF4-FFF2-40B4-BE49-F238E27FC236}">
                    <a16:creationId xmlns:a16="http://schemas.microsoft.com/office/drawing/2014/main" id="{574D424B-D6BC-0250-8FBC-B6C283F2863F}"/>
                  </a:ext>
                </a:extLst>
              </p:cNvPr>
              <p:cNvCxnSpPr>
                <a:stCxn id="9" idx="6"/>
                <a:endCxn id="2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6;p6">
                <a:extLst>
                  <a:ext uri="{FF2B5EF4-FFF2-40B4-BE49-F238E27FC236}">
                    <a16:creationId xmlns:a16="http://schemas.microsoft.com/office/drawing/2014/main" id="{8D01AE43-6423-951D-1AA6-183EEB0B241C}"/>
                  </a:ext>
                </a:extLst>
              </p:cNvPr>
              <p:cNvCxnSpPr>
                <a:stCxn id="9" idx="6"/>
                <a:endCxn id="2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7;p6">
                <a:extLst>
                  <a:ext uri="{FF2B5EF4-FFF2-40B4-BE49-F238E27FC236}">
                    <a16:creationId xmlns:a16="http://schemas.microsoft.com/office/drawing/2014/main" id="{CDF4B472-A601-69AF-F197-E36B73C9AFB2}"/>
                  </a:ext>
                </a:extLst>
              </p:cNvPr>
              <p:cNvCxnSpPr>
                <a:stCxn id="9" idx="6"/>
                <a:endCxn id="4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540;p6">
                <a:extLst>
                  <a:ext uri="{FF2B5EF4-FFF2-40B4-BE49-F238E27FC236}">
                    <a16:creationId xmlns:a16="http://schemas.microsoft.com/office/drawing/2014/main" id="{EF54CD1B-6B79-63B8-76E4-A6A154DCF5CA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42;p6">
                <a:extLst>
                  <a:ext uri="{FF2B5EF4-FFF2-40B4-BE49-F238E27FC236}">
                    <a16:creationId xmlns:a16="http://schemas.microsoft.com/office/drawing/2014/main" id="{954B9C92-8BEE-1AD8-CF7A-95CA901163CB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44;p6">
                <a:extLst>
                  <a:ext uri="{FF2B5EF4-FFF2-40B4-BE49-F238E27FC236}">
                    <a16:creationId xmlns:a16="http://schemas.microsoft.com/office/drawing/2014/main" id="{0E5B85B0-D659-7DAC-02C1-113DF9354E2E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58;p6">
                <a:extLst>
                  <a:ext uri="{FF2B5EF4-FFF2-40B4-BE49-F238E27FC236}">
                    <a16:creationId xmlns:a16="http://schemas.microsoft.com/office/drawing/2014/main" id="{7A1A7792-4916-4EAA-65EF-E5C0E7549EBD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59;p6">
                <a:extLst>
                  <a:ext uri="{FF2B5EF4-FFF2-40B4-BE49-F238E27FC236}">
                    <a16:creationId xmlns:a16="http://schemas.microsoft.com/office/drawing/2014/main" id="{1C4EF109-50BD-5A76-D89D-38BDAF5A615D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60;p6">
                <a:extLst>
                  <a:ext uri="{FF2B5EF4-FFF2-40B4-BE49-F238E27FC236}">
                    <a16:creationId xmlns:a16="http://schemas.microsoft.com/office/drawing/2014/main" id="{F7C50FF8-1639-A910-06D1-A9D4A2C71B31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61;p6">
                <a:extLst>
                  <a:ext uri="{FF2B5EF4-FFF2-40B4-BE49-F238E27FC236}">
                    <a16:creationId xmlns:a16="http://schemas.microsoft.com/office/drawing/2014/main" id="{B2B74937-5C6C-3667-C4D7-8C5DAA77BC6F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2;p6">
                <a:extLst>
                  <a:ext uri="{FF2B5EF4-FFF2-40B4-BE49-F238E27FC236}">
                    <a16:creationId xmlns:a16="http://schemas.microsoft.com/office/drawing/2014/main" id="{75E4CC62-F057-382D-774B-11F3F8E7A9CA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" name="Google Shape;563;p6">
                <a:extLst>
                  <a:ext uri="{FF2B5EF4-FFF2-40B4-BE49-F238E27FC236}">
                    <a16:creationId xmlns:a16="http://schemas.microsoft.com/office/drawing/2014/main" id="{E7920C7C-908D-0B3D-04FD-9D83D13E7BA7}"/>
                  </a:ext>
                </a:extLst>
              </p:cNvPr>
              <p:cNvCxnSpPr>
                <a:stCxn id="25" idx="6"/>
                <a:endCxn id="2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564;p6">
                <a:extLst>
                  <a:ext uri="{FF2B5EF4-FFF2-40B4-BE49-F238E27FC236}">
                    <a16:creationId xmlns:a16="http://schemas.microsoft.com/office/drawing/2014/main" id="{CA5F97AB-3A68-72B6-FDD5-2ECEBFDCDD70}"/>
                  </a:ext>
                </a:extLst>
              </p:cNvPr>
              <p:cNvCxnSpPr>
                <a:stCxn id="26" idx="6"/>
                <a:endCxn id="3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565;p6">
                <a:extLst>
                  <a:ext uri="{FF2B5EF4-FFF2-40B4-BE49-F238E27FC236}">
                    <a16:creationId xmlns:a16="http://schemas.microsoft.com/office/drawing/2014/main" id="{5BEA55B7-8888-6793-4C48-DCDB270DAE17}"/>
                  </a:ext>
                </a:extLst>
              </p:cNvPr>
              <p:cNvCxnSpPr>
                <a:stCxn id="27" idx="6"/>
                <a:endCxn id="3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6;p6">
                <a:extLst>
                  <a:ext uri="{FF2B5EF4-FFF2-40B4-BE49-F238E27FC236}">
                    <a16:creationId xmlns:a16="http://schemas.microsoft.com/office/drawing/2014/main" id="{FB49949F-3BE2-4908-DA39-4C7A1D90A638}"/>
                  </a:ext>
                </a:extLst>
              </p:cNvPr>
              <p:cNvCxnSpPr>
                <a:stCxn id="25" idx="6"/>
                <a:endCxn id="2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7;p6">
                <a:extLst>
                  <a:ext uri="{FF2B5EF4-FFF2-40B4-BE49-F238E27FC236}">
                    <a16:creationId xmlns:a16="http://schemas.microsoft.com/office/drawing/2014/main" id="{6FE20C4F-9DD3-F205-CE6C-CC1B392F88EF}"/>
                  </a:ext>
                </a:extLst>
              </p:cNvPr>
              <p:cNvCxnSpPr>
                <a:stCxn id="25" idx="6"/>
                <a:endCxn id="3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8;p6">
                <a:extLst>
                  <a:ext uri="{FF2B5EF4-FFF2-40B4-BE49-F238E27FC236}">
                    <a16:creationId xmlns:a16="http://schemas.microsoft.com/office/drawing/2014/main" id="{AEC48985-9AAD-FA0D-6EB1-B10C42D278BC}"/>
                  </a:ext>
                </a:extLst>
              </p:cNvPr>
              <p:cNvCxnSpPr>
                <a:stCxn id="25" idx="6"/>
                <a:endCxn id="3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9;p6">
                <a:extLst>
                  <a:ext uri="{FF2B5EF4-FFF2-40B4-BE49-F238E27FC236}">
                    <a16:creationId xmlns:a16="http://schemas.microsoft.com/office/drawing/2014/main" id="{65B8CA62-E538-F513-78B5-042DDFD88CE8}"/>
                  </a:ext>
                </a:extLst>
              </p:cNvPr>
              <p:cNvCxnSpPr>
                <a:stCxn id="25" idx="6"/>
                <a:endCxn id="3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70;p6">
                <a:extLst>
                  <a:ext uri="{FF2B5EF4-FFF2-40B4-BE49-F238E27FC236}">
                    <a16:creationId xmlns:a16="http://schemas.microsoft.com/office/drawing/2014/main" id="{CE1F6958-AC20-242B-0C86-0561CF16A95F}"/>
                  </a:ext>
                </a:extLst>
              </p:cNvPr>
              <p:cNvCxnSpPr>
                <a:stCxn id="26" idx="6"/>
                <a:endCxn id="2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71;p6">
                <a:extLst>
                  <a:ext uri="{FF2B5EF4-FFF2-40B4-BE49-F238E27FC236}">
                    <a16:creationId xmlns:a16="http://schemas.microsoft.com/office/drawing/2014/main" id="{3F331305-B85D-88FD-56CD-41E54801E750}"/>
                  </a:ext>
                </a:extLst>
              </p:cNvPr>
              <p:cNvCxnSpPr>
                <a:stCxn id="26" idx="6"/>
                <a:endCxn id="2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2;p6">
                <a:extLst>
                  <a:ext uri="{FF2B5EF4-FFF2-40B4-BE49-F238E27FC236}">
                    <a16:creationId xmlns:a16="http://schemas.microsoft.com/office/drawing/2014/main" id="{2BC4B059-93B8-496A-001D-A7FC3E10B803}"/>
                  </a:ext>
                </a:extLst>
              </p:cNvPr>
              <p:cNvCxnSpPr>
                <a:stCxn id="26" idx="6"/>
                <a:endCxn id="3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3;p6">
                <a:extLst>
                  <a:ext uri="{FF2B5EF4-FFF2-40B4-BE49-F238E27FC236}">
                    <a16:creationId xmlns:a16="http://schemas.microsoft.com/office/drawing/2014/main" id="{C4AB13BD-6E81-C8AC-B14B-64C1CE2256D6}"/>
                  </a:ext>
                </a:extLst>
              </p:cNvPr>
              <p:cNvCxnSpPr>
                <a:stCxn id="26" idx="6"/>
                <a:endCxn id="3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4;p6">
                <a:extLst>
                  <a:ext uri="{FF2B5EF4-FFF2-40B4-BE49-F238E27FC236}">
                    <a16:creationId xmlns:a16="http://schemas.microsoft.com/office/drawing/2014/main" id="{554DE295-4412-D1E5-E253-DC09648E72AC}"/>
                  </a:ext>
                </a:extLst>
              </p:cNvPr>
              <p:cNvCxnSpPr>
                <a:stCxn id="27" idx="6"/>
                <a:endCxn id="2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5;p6">
                <a:extLst>
                  <a:ext uri="{FF2B5EF4-FFF2-40B4-BE49-F238E27FC236}">
                    <a16:creationId xmlns:a16="http://schemas.microsoft.com/office/drawing/2014/main" id="{30E4C045-4E7F-A43B-D561-DB5F74C17DCB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6;p6">
                <a:extLst>
                  <a:ext uri="{FF2B5EF4-FFF2-40B4-BE49-F238E27FC236}">
                    <a16:creationId xmlns:a16="http://schemas.microsoft.com/office/drawing/2014/main" id="{25ECA5D4-7346-8336-1C8E-78AB78994F6D}"/>
                  </a:ext>
                </a:extLst>
              </p:cNvPr>
              <p:cNvCxnSpPr>
                <a:stCxn id="27" idx="6"/>
                <a:endCxn id="3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7;p6">
                <a:extLst>
                  <a:ext uri="{FF2B5EF4-FFF2-40B4-BE49-F238E27FC236}">
                    <a16:creationId xmlns:a16="http://schemas.microsoft.com/office/drawing/2014/main" id="{9BFD506B-D285-B3E0-0DA5-C52826015B17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" name="Google Shape;546;p6">
                <a:extLst>
                  <a:ext uri="{FF2B5EF4-FFF2-40B4-BE49-F238E27FC236}">
                    <a16:creationId xmlns:a16="http://schemas.microsoft.com/office/drawing/2014/main" id="{B5648AF1-2D99-3E92-D1FC-64C507266A93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549;p6">
                <a:extLst>
                  <a:ext uri="{FF2B5EF4-FFF2-40B4-BE49-F238E27FC236}">
                    <a16:creationId xmlns:a16="http://schemas.microsoft.com/office/drawing/2014/main" id="{97606D84-BDB3-7817-2E89-C182E2C4839B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" name="Google Shape;578;p6">
                <a:extLst>
                  <a:ext uri="{FF2B5EF4-FFF2-40B4-BE49-F238E27FC236}">
                    <a16:creationId xmlns:a16="http://schemas.microsoft.com/office/drawing/2014/main" id="{5F381105-BE3F-EC01-8FFD-8BE4F82243AB}"/>
                  </a:ext>
                </a:extLst>
              </p:cNvPr>
              <p:cNvCxnSpPr>
                <a:stCxn id="48" idx="6"/>
                <a:endCxn id="2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9;p6">
                <a:extLst>
                  <a:ext uri="{FF2B5EF4-FFF2-40B4-BE49-F238E27FC236}">
                    <a16:creationId xmlns:a16="http://schemas.microsoft.com/office/drawing/2014/main" id="{41928840-9F79-3F3B-E369-17D6514E2E0E}"/>
                  </a:ext>
                </a:extLst>
              </p:cNvPr>
              <p:cNvCxnSpPr>
                <a:stCxn id="48" idx="6"/>
                <a:endCxn id="2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80;p6">
                <a:extLst>
                  <a:ext uri="{FF2B5EF4-FFF2-40B4-BE49-F238E27FC236}">
                    <a16:creationId xmlns:a16="http://schemas.microsoft.com/office/drawing/2014/main" id="{D4712549-64A2-83A3-FA5A-8AF94D9AABBC}"/>
                  </a:ext>
                </a:extLst>
              </p:cNvPr>
              <p:cNvCxnSpPr>
                <a:stCxn id="48" idx="6"/>
                <a:endCxn id="3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81;p6">
                <a:extLst>
                  <a:ext uri="{FF2B5EF4-FFF2-40B4-BE49-F238E27FC236}">
                    <a16:creationId xmlns:a16="http://schemas.microsoft.com/office/drawing/2014/main" id="{D9BB52A5-4AE1-E240-CEF3-7A1C7BA63871}"/>
                  </a:ext>
                </a:extLst>
              </p:cNvPr>
              <p:cNvCxnSpPr>
                <a:stCxn id="48" idx="6"/>
                <a:endCxn id="3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2;p6">
                <a:extLst>
                  <a:ext uri="{FF2B5EF4-FFF2-40B4-BE49-F238E27FC236}">
                    <a16:creationId xmlns:a16="http://schemas.microsoft.com/office/drawing/2014/main" id="{505D8A2C-609F-C0B0-27C4-C75AA031567E}"/>
                  </a:ext>
                </a:extLst>
              </p:cNvPr>
              <p:cNvCxnSpPr>
                <a:stCxn id="48" idx="6"/>
                <a:endCxn id="3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3;p6">
                <a:extLst>
                  <a:ext uri="{FF2B5EF4-FFF2-40B4-BE49-F238E27FC236}">
                    <a16:creationId xmlns:a16="http://schemas.microsoft.com/office/drawing/2014/main" id="{9BD2011E-9364-071C-6C55-1548E4040774}"/>
                  </a:ext>
                </a:extLst>
              </p:cNvPr>
              <p:cNvCxnSpPr>
                <a:stCxn id="49" idx="6"/>
                <a:endCxn id="3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4;p6">
                <a:extLst>
                  <a:ext uri="{FF2B5EF4-FFF2-40B4-BE49-F238E27FC236}">
                    <a16:creationId xmlns:a16="http://schemas.microsoft.com/office/drawing/2014/main" id="{8A2AFD91-9B61-AAC7-D7C6-D404BA96E665}"/>
                  </a:ext>
                </a:extLst>
              </p:cNvPr>
              <p:cNvCxnSpPr>
                <a:stCxn id="49" idx="6"/>
                <a:endCxn id="3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5;p6">
                <a:extLst>
                  <a:ext uri="{FF2B5EF4-FFF2-40B4-BE49-F238E27FC236}">
                    <a16:creationId xmlns:a16="http://schemas.microsoft.com/office/drawing/2014/main" id="{37C17AF0-4C92-1C52-1DA2-0FA7E29C9788}"/>
                  </a:ext>
                </a:extLst>
              </p:cNvPr>
              <p:cNvCxnSpPr>
                <a:stCxn id="49" idx="6"/>
                <a:endCxn id="3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6;p6">
                <a:extLst>
                  <a:ext uri="{FF2B5EF4-FFF2-40B4-BE49-F238E27FC236}">
                    <a16:creationId xmlns:a16="http://schemas.microsoft.com/office/drawing/2014/main" id="{22792B95-2E48-FFB0-53CF-4FCAE1393334}"/>
                  </a:ext>
                </a:extLst>
              </p:cNvPr>
              <p:cNvCxnSpPr>
                <a:stCxn id="49" idx="6"/>
                <a:endCxn id="2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7;p6">
                <a:extLst>
                  <a:ext uri="{FF2B5EF4-FFF2-40B4-BE49-F238E27FC236}">
                    <a16:creationId xmlns:a16="http://schemas.microsoft.com/office/drawing/2014/main" id="{EF3B35AC-1FFF-839F-204A-A30E802BE440}"/>
                  </a:ext>
                </a:extLst>
              </p:cNvPr>
              <p:cNvCxnSpPr>
                <a:stCxn id="49" idx="6"/>
                <a:endCxn id="2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8;p6">
                <a:extLst>
                  <a:ext uri="{FF2B5EF4-FFF2-40B4-BE49-F238E27FC236}">
                    <a16:creationId xmlns:a16="http://schemas.microsoft.com/office/drawing/2014/main" id="{E2A85EFD-6579-B40E-F5E7-0AC597FD9D43}"/>
                  </a:ext>
                </a:extLst>
              </p:cNvPr>
              <p:cNvCxnSpPr>
                <a:stCxn id="28" idx="6"/>
                <a:endCxn id="1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9;p6">
                <a:extLst>
                  <a:ext uri="{FF2B5EF4-FFF2-40B4-BE49-F238E27FC236}">
                    <a16:creationId xmlns:a16="http://schemas.microsoft.com/office/drawing/2014/main" id="{1BDC711B-13B2-533E-C6FA-20C4A54E6517}"/>
                  </a:ext>
                </a:extLst>
              </p:cNvPr>
              <p:cNvCxnSpPr>
                <a:stCxn id="29" idx="6"/>
                <a:endCxn id="1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90;p6">
                <a:extLst>
                  <a:ext uri="{FF2B5EF4-FFF2-40B4-BE49-F238E27FC236}">
                    <a16:creationId xmlns:a16="http://schemas.microsoft.com/office/drawing/2014/main" id="{33065060-1EEB-B789-DB06-60011FCD16E8}"/>
                  </a:ext>
                </a:extLst>
              </p:cNvPr>
              <p:cNvCxnSpPr>
                <a:stCxn id="30" idx="6"/>
                <a:endCxn id="1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91;p6">
                <a:extLst>
                  <a:ext uri="{FF2B5EF4-FFF2-40B4-BE49-F238E27FC236}">
                    <a16:creationId xmlns:a16="http://schemas.microsoft.com/office/drawing/2014/main" id="{2724EA96-5A0D-E012-AB2B-A918A7747ABC}"/>
                  </a:ext>
                </a:extLst>
              </p:cNvPr>
              <p:cNvCxnSpPr>
                <a:stCxn id="31" idx="6"/>
                <a:endCxn id="1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2;p6">
                <a:extLst>
                  <a:ext uri="{FF2B5EF4-FFF2-40B4-BE49-F238E27FC236}">
                    <a16:creationId xmlns:a16="http://schemas.microsoft.com/office/drawing/2014/main" id="{255F4752-00A1-E95E-9C46-32AF2A2BAD31}"/>
                  </a:ext>
                </a:extLst>
              </p:cNvPr>
              <p:cNvCxnSpPr>
                <a:stCxn id="32" idx="6"/>
                <a:endCxn id="1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5" name="Google Shape;593;p6">
                <a:extLst>
                  <a:ext uri="{FF2B5EF4-FFF2-40B4-BE49-F238E27FC236}">
                    <a16:creationId xmlns:a16="http://schemas.microsoft.com/office/drawing/2014/main" id="{24228506-CA99-C663-E619-DD66DEECED6A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" name="Google Shape;594;p6">
                <a:extLst>
                  <a:ext uri="{FF2B5EF4-FFF2-40B4-BE49-F238E27FC236}">
                    <a16:creationId xmlns:a16="http://schemas.microsoft.com/office/drawing/2014/main" id="{6CC85A51-ED28-4B1A-C665-8A242E443626}"/>
                  </a:ext>
                </a:extLst>
              </p:cNvPr>
              <p:cNvCxnSpPr>
                <a:stCxn id="29" idx="6"/>
                <a:endCxn id="6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5;p6">
                <a:extLst>
                  <a:ext uri="{FF2B5EF4-FFF2-40B4-BE49-F238E27FC236}">
                    <a16:creationId xmlns:a16="http://schemas.microsoft.com/office/drawing/2014/main" id="{E34883AB-30C6-A9D6-B9D0-FF6E20986B8A}"/>
                  </a:ext>
                </a:extLst>
              </p:cNvPr>
              <p:cNvCxnSpPr>
                <a:stCxn id="30" idx="6"/>
                <a:endCxn id="6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6;p6">
                <a:extLst>
                  <a:ext uri="{FF2B5EF4-FFF2-40B4-BE49-F238E27FC236}">
                    <a16:creationId xmlns:a16="http://schemas.microsoft.com/office/drawing/2014/main" id="{C64EFDA9-9902-A555-A832-AA719EBDE8E8}"/>
                  </a:ext>
                </a:extLst>
              </p:cNvPr>
              <p:cNvCxnSpPr>
                <a:stCxn id="31" idx="6"/>
                <a:endCxn id="6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7;p6">
                <a:extLst>
                  <a:ext uri="{FF2B5EF4-FFF2-40B4-BE49-F238E27FC236}">
                    <a16:creationId xmlns:a16="http://schemas.microsoft.com/office/drawing/2014/main" id="{F2E77A5E-1B55-33C2-EE04-935F4165F0CA}"/>
                  </a:ext>
                </a:extLst>
              </p:cNvPr>
              <p:cNvCxnSpPr>
                <a:stCxn id="32" idx="6"/>
                <a:endCxn id="6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8;p6">
                <a:extLst>
                  <a:ext uri="{FF2B5EF4-FFF2-40B4-BE49-F238E27FC236}">
                    <a16:creationId xmlns:a16="http://schemas.microsoft.com/office/drawing/2014/main" id="{83EAC556-E663-D52C-8EC4-64A1DC440DD6}"/>
                  </a:ext>
                </a:extLst>
              </p:cNvPr>
              <p:cNvCxnSpPr>
                <a:stCxn id="28" idx="6"/>
                <a:endCxn id="6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9;p6">
                <a:extLst>
                  <a:ext uri="{FF2B5EF4-FFF2-40B4-BE49-F238E27FC236}">
                    <a16:creationId xmlns:a16="http://schemas.microsoft.com/office/drawing/2014/main" id="{0903238C-E80C-B09C-4398-B5EADC0182BC}"/>
                  </a:ext>
                </a:extLst>
              </p:cNvPr>
              <p:cNvCxnSpPr>
                <a:stCxn id="7" idx="6"/>
                <a:endCxn id="2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80A380BC-AE9C-9729-A655-25821CE7BDF0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00E86C12-2F92-9D3E-2578-571EDEA9F9E7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FC692CF4-6D11-46A8-8901-5D4590D71679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600;p6">
              <a:extLst>
                <a:ext uri="{FF2B5EF4-FFF2-40B4-BE49-F238E27FC236}">
                  <a16:creationId xmlns:a16="http://schemas.microsoft.com/office/drawing/2014/main" id="{50580C53-BF2E-6496-2DED-701791C59962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601;p6">
              <a:extLst>
                <a:ext uri="{FF2B5EF4-FFF2-40B4-BE49-F238E27FC236}">
                  <a16:creationId xmlns:a16="http://schemas.microsoft.com/office/drawing/2014/main" id="{4CA5AE12-B9BD-5299-380A-7147C10F4F8D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AF91A224-432B-C8A2-9206-3EBEAD77629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5361" y="2116415"/>
              <a:ext cx="3825216" cy="11882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25216">
                      <a:extLst>
                        <a:ext uri="{9D8B030D-6E8A-4147-A177-3AD203B41FA5}">
                          <a16:colId xmlns:a16="http://schemas.microsoft.com/office/drawing/2014/main" val="1010133478"/>
                        </a:ext>
                      </a:extLst>
                    </a:gridCol>
                  </a:tblGrid>
                  <a:tr h="92409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𝐻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Malgun Gothic" panose="020B0503020000020004" pitchFamily="34" charset="-127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effectLst/>
                                        <a:latin typeface="Cambria Math" panose="02040503050406030204" pitchFamily="18" charset="0"/>
                                        <a:ea typeface="Malgun Gothic" panose="020B0503020000020004" pitchFamily="34" charset="-127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  <m:r>
                                  <a:rPr lang="en-US" sz="2800" b="0" i="1" smtClean="0">
                                    <a:effectLst/>
                                    <a:latin typeface="Cambria Math" panose="02040503050406030204" pitchFamily="18" charset="0"/>
                                    <a:ea typeface="Malgun Gothic" panose="020B0503020000020004" pitchFamily="34" charset="-127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i="1">
                            <a:effectLst/>
                            <a:latin typeface="+mn-lt"/>
                            <a:ea typeface="Malgun Gothic" panose="020B0503020000020004" pitchFamily="34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1602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Table 78">
                <a:extLst>
                  <a:ext uri="{FF2B5EF4-FFF2-40B4-BE49-F238E27FC236}">
                    <a16:creationId xmlns:a16="http://schemas.microsoft.com/office/drawing/2014/main" id="{C0C13996-9AF5-472E-8FA9-2E58A854301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5361" y="2116415"/>
              <a:ext cx="3825216" cy="11882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25216">
                      <a:extLst>
                        <a:ext uri="{9D8B030D-6E8A-4147-A177-3AD203B41FA5}">
                          <a16:colId xmlns:a16="http://schemas.microsoft.com/office/drawing/2014/main" val="1010133478"/>
                        </a:ext>
                      </a:extLst>
                    </a:gridCol>
                  </a:tblGrid>
                  <a:tr h="11882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16024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CD802E9-3322-B879-4E62-46E85466AE15}"/>
              </a:ext>
            </a:extLst>
          </p:cNvPr>
          <p:cNvSpPr/>
          <p:nvPr/>
        </p:nvSpPr>
        <p:spPr>
          <a:xfrm>
            <a:off x="6532323" y="701458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2FD77C0-B5F6-E175-0BD0-0B4AD861F70D}"/>
              </a:ext>
            </a:extLst>
          </p:cNvPr>
          <p:cNvSpPr/>
          <p:nvPr/>
        </p:nvSpPr>
        <p:spPr>
          <a:xfrm>
            <a:off x="6532323" y="1901557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214952D-8551-BF5E-D155-4B7ACA8727F8}"/>
              </a:ext>
            </a:extLst>
          </p:cNvPr>
          <p:cNvSpPr/>
          <p:nvPr/>
        </p:nvSpPr>
        <p:spPr>
          <a:xfrm>
            <a:off x="6532323" y="3180974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8966C6A-A318-4E29-9022-7F0668092DFD}"/>
              </a:ext>
            </a:extLst>
          </p:cNvPr>
          <p:cNvSpPr/>
          <p:nvPr/>
        </p:nvSpPr>
        <p:spPr>
          <a:xfrm>
            <a:off x="6532323" y="4532076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0EB776E-CD1D-4A21-92BB-1D774CD14719}"/>
              </a:ext>
            </a:extLst>
          </p:cNvPr>
          <p:cNvSpPr/>
          <p:nvPr/>
        </p:nvSpPr>
        <p:spPr>
          <a:xfrm>
            <a:off x="6532323" y="5891627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DE4A115-61E0-0517-A3EC-8DE4C2CAB457}"/>
              </a:ext>
            </a:extLst>
          </p:cNvPr>
          <p:cNvSpPr/>
          <p:nvPr/>
        </p:nvSpPr>
        <p:spPr>
          <a:xfrm>
            <a:off x="8421730" y="701458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F0E901A-FA25-D4BD-5F1D-3E14DEA260FD}"/>
              </a:ext>
            </a:extLst>
          </p:cNvPr>
          <p:cNvSpPr/>
          <p:nvPr/>
        </p:nvSpPr>
        <p:spPr>
          <a:xfrm>
            <a:off x="8421730" y="1901557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5D8C952-A8F9-A872-5358-E81C53FC6520}"/>
              </a:ext>
            </a:extLst>
          </p:cNvPr>
          <p:cNvSpPr/>
          <p:nvPr/>
        </p:nvSpPr>
        <p:spPr>
          <a:xfrm>
            <a:off x="8421730" y="3180974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7BE8534-9D19-F06B-2774-7B73F41DF471}"/>
              </a:ext>
            </a:extLst>
          </p:cNvPr>
          <p:cNvSpPr/>
          <p:nvPr/>
        </p:nvSpPr>
        <p:spPr>
          <a:xfrm>
            <a:off x="8421730" y="4532076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D9AC3A1-EB52-CEE8-8FE4-C22A72651DFB}"/>
              </a:ext>
            </a:extLst>
          </p:cNvPr>
          <p:cNvSpPr/>
          <p:nvPr/>
        </p:nvSpPr>
        <p:spPr>
          <a:xfrm>
            <a:off x="8421730" y="5891627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0ABA5D6-9E10-34AC-5511-F08ECF43221C}"/>
              </a:ext>
            </a:extLst>
          </p:cNvPr>
          <p:cNvSpPr/>
          <p:nvPr/>
        </p:nvSpPr>
        <p:spPr>
          <a:xfrm>
            <a:off x="10440508" y="4115019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41469B0-E07E-078B-EA2A-285706C83B63}"/>
              </a:ext>
            </a:extLst>
          </p:cNvPr>
          <p:cNvSpPr/>
          <p:nvPr/>
        </p:nvSpPr>
        <p:spPr>
          <a:xfrm>
            <a:off x="10440508" y="2444681"/>
            <a:ext cx="338203" cy="338203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364EAC1-A1EC-4AE1-17FA-ABE6F5E765FE}"/>
              </a:ext>
            </a:extLst>
          </p:cNvPr>
          <p:cNvSpPr/>
          <p:nvPr/>
        </p:nvSpPr>
        <p:spPr>
          <a:xfrm>
            <a:off x="135924" y="4040525"/>
            <a:ext cx="4310816" cy="412697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68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B25201-A168-4327-B34F-6ACBE43CC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664" y="93497"/>
            <a:ext cx="8867273" cy="665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71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1811-3B84-9B45-B6D9-2A48A0697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FD7DD-E1C1-6B29-7101-A40811C8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159" y="90238"/>
            <a:ext cx="9023682" cy="676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56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ECAD2-60BD-5D8D-2D58-5E84D67BA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67687-15EC-EBE7-334E-1ACA4E8CF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Regression </a:t>
            </a:r>
          </a:p>
          <a:p>
            <a:r>
              <a:rPr lang="en-US"/>
              <a:t>Classification</a:t>
            </a:r>
          </a:p>
          <a:p>
            <a:r>
              <a:rPr lang="en-US">
                <a:latin typeface="Aptos"/>
              </a:rPr>
              <a:t>Feature extraction</a:t>
            </a:r>
          </a:p>
          <a:p>
            <a:r>
              <a:rPr lang="en-US">
                <a:latin typeface="Aptos"/>
              </a:rPr>
              <a:t>Combination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92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5B173-F4F4-82CC-B6DA-8BBA0EC67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EC27B7E9-0AC5-EE1C-3F93-AA2CB4240405}"/>
              </a:ext>
            </a:extLst>
          </p:cNvPr>
          <p:cNvGrpSpPr/>
          <p:nvPr/>
        </p:nvGrpSpPr>
        <p:grpSpPr>
          <a:xfrm>
            <a:off x="473887" y="311571"/>
            <a:ext cx="6722937" cy="6243315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8072D1DA-8F67-A08F-0E87-32BFD7D4695F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7" name="Google Shape;535;p6">
                <a:extLst>
                  <a:ext uri="{FF2B5EF4-FFF2-40B4-BE49-F238E27FC236}">
                    <a16:creationId xmlns:a16="http://schemas.microsoft.com/office/drawing/2014/main" id="{74BED602-07A6-03F2-9CE0-20F4E1C2881C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36;p6">
                <a:extLst>
                  <a:ext uri="{FF2B5EF4-FFF2-40B4-BE49-F238E27FC236}">
                    <a16:creationId xmlns:a16="http://schemas.microsoft.com/office/drawing/2014/main" id="{3342C8EA-5C30-F786-ACAA-CC9EFB7451EA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537;p6">
                <a:extLst>
                  <a:ext uri="{FF2B5EF4-FFF2-40B4-BE49-F238E27FC236}">
                    <a16:creationId xmlns:a16="http://schemas.microsoft.com/office/drawing/2014/main" id="{95D64834-9DFE-5FF6-AD3B-899B33688254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8;p6">
                <a:extLst>
                  <a:ext uri="{FF2B5EF4-FFF2-40B4-BE49-F238E27FC236}">
                    <a16:creationId xmlns:a16="http://schemas.microsoft.com/office/drawing/2014/main" id="{20688089-3081-7E26-9AB2-B78DEF24FC3F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 dirty="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 dirty="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Google Shape;539;p6">
                <a:extLst>
                  <a:ext uri="{FF2B5EF4-FFF2-40B4-BE49-F238E27FC236}">
                    <a16:creationId xmlns:a16="http://schemas.microsoft.com/office/drawing/2014/main" id="{1982739D-7143-4064-25DD-F6122A7BA59D}"/>
                  </a:ext>
                </a:extLst>
              </p:cNvPr>
              <p:cNvCxnSpPr>
                <a:stCxn id="7" idx="6"/>
                <a:endCxn id="2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541;p6">
                <a:extLst>
                  <a:ext uri="{FF2B5EF4-FFF2-40B4-BE49-F238E27FC236}">
                    <a16:creationId xmlns:a16="http://schemas.microsoft.com/office/drawing/2014/main" id="{F97CF573-FE44-404E-4EE7-1821FF17C096}"/>
                  </a:ext>
                </a:extLst>
              </p:cNvPr>
              <p:cNvCxnSpPr>
                <a:stCxn id="8" idx="6"/>
                <a:endCxn id="2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543;p6">
                <a:extLst>
                  <a:ext uri="{FF2B5EF4-FFF2-40B4-BE49-F238E27FC236}">
                    <a16:creationId xmlns:a16="http://schemas.microsoft.com/office/drawing/2014/main" id="{A221164C-FA7A-E164-1609-0E1EF819C0A5}"/>
                  </a:ext>
                </a:extLst>
              </p:cNvPr>
              <p:cNvCxnSpPr>
                <a:stCxn id="9" idx="6"/>
                <a:endCxn id="2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5;p6">
                <a:extLst>
                  <a:ext uri="{FF2B5EF4-FFF2-40B4-BE49-F238E27FC236}">
                    <a16:creationId xmlns:a16="http://schemas.microsoft.com/office/drawing/2014/main" id="{64C867D7-5EC0-7178-4C96-913D42EF0F8B}"/>
                  </a:ext>
                </a:extLst>
              </p:cNvPr>
              <p:cNvCxnSpPr>
                <a:stCxn id="7" idx="6"/>
                <a:endCxn id="4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7;p6">
                <a:extLst>
                  <a:ext uri="{FF2B5EF4-FFF2-40B4-BE49-F238E27FC236}">
                    <a16:creationId xmlns:a16="http://schemas.microsoft.com/office/drawing/2014/main" id="{4F0168D8-71D7-2250-6FFC-D1D39E443F48}"/>
                  </a:ext>
                </a:extLst>
              </p:cNvPr>
              <p:cNvCxnSpPr>
                <a:stCxn id="7" idx="6"/>
                <a:endCxn id="2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8;p6">
                <a:extLst>
                  <a:ext uri="{FF2B5EF4-FFF2-40B4-BE49-F238E27FC236}">
                    <a16:creationId xmlns:a16="http://schemas.microsoft.com/office/drawing/2014/main" id="{B8CC1DC8-2EEB-6A4A-8FBC-92B261CF2426}"/>
                  </a:ext>
                </a:extLst>
              </p:cNvPr>
              <p:cNvCxnSpPr>
                <a:stCxn id="7" idx="6"/>
                <a:endCxn id="4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50;p6">
                <a:extLst>
                  <a:ext uri="{FF2B5EF4-FFF2-40B4-BE49-F238E27FC236}">
                    <a16:creationId xmlns:a16="http://schemas.microsoft.com/office/drawing/2014/main" id="{27239552-9BDB-A3D3-7C07-8E42CD242F60}"/>
                  </a:ext>
                </a:extLst>
              </p:cNvPr>
              <p:cNvCxnSpPr>
                <a:stCxn id="8" idx="6"/>
                <a:endCxn id="2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51;p6">
                <a:extLst>
                  <a:ext uri="{FF2B5EF4-FFF2-40B4-BE49-F238E27FC236}">
                    <a16:creationId xmlns:a16="http://schemas.microsoft.com/office/drawing/2014/main" id="{B58A4E92-F1A8-857D-3CFE-7624E9A6CDF1}"/>
                  </a:ext>
                </a:extLst>
              </p:cNvPr>
              <p:cNvCxnSpPr>
                <a:stCxn id="8" idx="6"/>
                <a:endCxn id="4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2;p6">
                <a:extLst>
                  <a:ext uri="{FF2B5EF4-FFF2-40B4-BE49-F238E27FC236}">
                    <a16:creationId xmlns:a16="http://schemas.microsoft.com/office/drawing/2014/main" id="{90B4D146-A7DE-9026-E798-BC5553BADFC7}"/>
                  </a:ext>
                </a:extLst>
              </p:cNvPr>
              <p:cNvCxnSpPr>
                <a:stCxn id="8" idx="6"/>
                <a:endCxn id="2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3;p6">
                <a:extLst>
                  <a:ext uri="{FF2B5EF4-FFF2-40B4-BE49-F238E27FC236}">
                    <a16:creationId xmlns:a16="http://schemas.microsoft.com/office/drawing/2014/main" id="{FD1A579B-618E-011E-EBA6-742FADF938A0}"/>
                  </a:ext>
                </a:extLst>
              </p:cNvPr>
              <p:cNvCxnSpPr>
                <a:stCxn id="8" idx="6"/>
                <a:endCxn id="4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4;p6">
                <a:extLst>
                  <a:ext uri="{FF2B5EF4-FFF2-40B4-BE49-F238E27FC236}">
                    <a16:creationId xmlns:a16="http://schemas.microsoft.com/office/drawing/2014/main" id="{FE1D56AF-FAF8-E2C5-212A-C2422FF10710}"/>
                  </a:ext>
                </a:extLst>
              </p:cNvPr>
              <p:cNvCxnSpPr>
                <a:stCxn id="9" idx="6"/>
                <a:endCxn id="4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5;p6">
                <a:extLst>
                  <a:ext uri="{FF2B5EF4-FFF2-40B4-BE49-F238E27FC236}">
                    <a16:creationId xmlns:a16="http://schemas.microsoft.com/office/drawing/2014/main" id="{17635CF9-390D-DE81-1AF4-D3592FC58DF6}"/>
                  </a:ext>
                </a:extLst>
              </p:cNvPr>
              <p:cNvCxnSpPr>
                <a:stCxn id="9" idx="6"/>
                <a:endCxn id="2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6;p6">
                <a:extLst>
                  <a:ext uri="{FF2B5EF4-FFF2-40B4-BE49-F238E27FC236}">
                    <a16:creationId xmlns:a16="http://schemas.microsoft.com/office/drawing/2014/main" id="{BC006A7E-DCF9-35E5-1B72-D981DB88A88E}"/>
                  </a:ext>
                </a:extLst>
              </p:cNvPr>
              <p:cNvCxnSpPr>
                <a:stCxn id="9" idx="6"/>
                <a:endCxn id="2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7;p6">
                <a:extLst>
                  <a:ext uri="{FF2B5EF4-FFF2-40B4-BE49-F238E27FC236}">
                    <a16:creationId xmlns:a16="http://schemas.microsoft.com/office/drawing/2014/main" id="{4FCB2F97-7150-DAC5-14EB-26D41B50F1C4}"/>
                  </a:ext>
                </a:extLst>
              </p:cNvPr>
              <p:cNvCxnSpPr>
                <a:stCxn id="9" idx="6"/>
                <a:endCxn id="4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540;p6">
                <a:extLst>
                  <a:ext uri="{FF2B5EF4-FFF2-40B4-BE49-F238E27FC236}">
                    <a16:creationId xmlns:a16="http://schemas.microsoft.com/office/drawing/2014/main" id="{744C36BB-13BF-9629-BCAB-A70DE45EDAC7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42;p6">
                <a:extLst>
                  <a:ext uri="{FF2B5EF4-FFF2-40B4-BE49-F238E27FC236}">
                    <a16:creationId xmlns:a16="http://schemas.microsoft.com/office/drawing/2014/main" id="{7C4F0FC3-F865-F385-1137-3FE4B65BA89C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44;p6">
                <a:extLst>
                  <a:ext uri="{FF2B5EF4-FFF2-40B4-BE49-F238E27FC236}">
                    <a16:creationId xmlns:a16="http://schemas.microsoft.com/office/drawing/2014/main" id="{DE7EA0B1-E523-729E-7171-9DC25C576FC1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58;p6">
                <a:extLst>
                  <a:ext uri="{FF2B5EF4-FFF2-40B4-BE49-F238E27FC236}">
                    <a16:creationId xmlns:a16="http://schemas.microsoft.com/office/drawing/2014/main" id="{582CFAD5-2D7F-207B-1D48-DE7C9A4660A5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59;p6">
                <a:extLst>
                  <a:ext uri="{FF2B5EF4-FFF2-40B4-BE49-F238E27FC236}">
                    <a16:creationId xmlns:a16="http://schemas.microsoft.com/office/drawing/2014/main" id="{A8999601-5692-80F8-1371-F3FAE0537164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60;p6">
                <a:extLst>
                  <a:ext uri="{FF2B5EF4-FFF2-40B4-BE49-F238E27FC236}">
                    <a16:creationId xmlns:a16="http://schemas.microsoft.com/office/drawing/2014/main" id="{000B5B4B-7255-4C72-54BA-22F984B9A0F1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61;p6">
                <a:extLst>
                  <a:ext uri="{FF2B5EF4-FFF2-40B4-BE49-F238E27FC236}">
                    <a16:creationId xmlns:a16="http://schemas.microsoft.com/office/drawing/2014/main" id="{46F77BE3-5166-51F5-D055-CD96794A7338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2;p6">
                <a:extLst>
                  <a:ext uri="{FF2B5EF4-FFF2-40B4-BE49-F238E27FC236}">
                    <a16:creationId xmlns:a16="http://schemas.microsoft.com/office/drawing/2014/main" id="{2AEDB56B-6D00-FCBA-499E-704C4B7D59A3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" name="Google Shape;563;p6">
                <a:extLst>
                  <a:ext uri="{FF2B5EF4-FFF2-40B4-BE49-F238E27FC236}">
                    <a16:creationId xmlns:a16="http://schemas.microsoft.com/office/drawing/2014/main" id="{80CC39A6-EE52-2AEF-325C-64EEAFD096ED}"/>
                  </a:ext>
                </a:extLst>
              </p:cNvPr>
              <p:cNvCxnSpPr>
                <a:stCxn id="25" idx="6"/>
                <a:endCxn id="2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564;p6">
                <a:extLst>
                  <a:ext uri="{FF2B5EF4-FFF2-40B4-BE49-F238E27FC236}">
                    <a16:creationId xmlns:a16="http://schemas.microsoft.com/office/drawing/2014/main" id="{4B72A89E-179F-D50B-11C9-9D9853B55CA5}"/>
                  </a:ext>
                </a:extLst>
              </p:cNvPr>
              <p:cNvCxnSpPr>
                <a:stCxn id="26" idx="6"/>
                <a:endCxn id="3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565;p6">
                <a:extLst>
                  <a:ext uri="{FF2B5EF4-FFF2-40B4-BE49-F238E27FC236}">
                    <a16:creationId xmlns:a16="http://schemas.microsoft.com/office/drawing/2014/main" id="{76B61268-5614-17D9-5441-E1B2228BE4BE}"/>
                  </a:ext>
                </a:extLst>
              </p:cNvPr>
              <p:cNvCxnSpPr>
                <a:stCxn id="27" idx="6"/>
                <a:endCxn id="3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6;p6">
                <a:extLst>
                  <a:ext uri="{FF2B5EF4-FFF2-40B4-BE49-F238E27FC236}">
                    <a16:creationId xmlns:a16="http://schemas.microsoft.com/office/drawing/2014/main" id="{ED45558C-3129-AB61-DA4F-B3A2C69BD663}"/>
                  </a:ext>
                </a:extLst>
              </p:cNvPr>
              <p:cNvCxnSpPr>
                <a:stCxn id="25" idx="6"/>
                <a:endCxn id="2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7;p6">
                <a:extLst>
                  <a:ext uri="{FF2B5EF4-FFF2-40B4-BE49-F238E27FC236}">
                    <a16:creationId xmlns:a16="http://schemas.microsoft.com/office/drawing/2014/main" id="{D48DEF34-9A5D-1ED5-79C9-F858E9A1FF48}"/>
                  </a:ext>
                </a:extLst>
              </p:cNvPr>
              <p:cNvCxnSpPr>
                <a:stCxn id="25" idx="6"/>
                <a:endCxn id="3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8;p6">
                <a:extLst>
                  <a:ext uri="{FF2B5EF4-FFF2-40B4-BE49-F238E27FC236}">
                    <a16:creationId xmlns:a16="http://schemas.microsoft.com/office/drawing/2014/main" id="{E46CFF83-3E17-4B90-AD08-DA1D0BB9797B}"/>
                  </a:ext>
                </a:extLst>
              </p:cNvPr>
              <p:cNvCxnSpPr>
                <a:stCxn id="25" idx="6"/>
                <a:endCxn id="3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9;p6">
                <a:extLst>
                  <a:ext uri="{FF2B5EF4-FFF2-40B4-BE49-F238E27FC236}">
                    <a16:creationId xmlns:a16="http://schemas.microsoft.com/office/drawing/2014/main" id="{693419A3-FB56-C6EA-06AE-824715BA3071}"/>
                  </a:ext>
                </a:extLst>
              </p:cNvPr>
              <p:cNvCxnSpPr>
                <a:stCxn id="25" idx="6"/>
                <a:endCxn id="3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70;p6">
                <a:extLst>
                  <a:ext uri="{FF2B5EF4-FFF2-40B4-BE49-F238E27FC236}">
                    <a16:creationId xmlns:a16="http://schemas.microsoft.com/office/drawing/2014/main" id="{923E53B7-2BA1-386C-8CD6-5D3BBF3F7204}"/>
                  </a:ext>
                </a:extLst>
              </p:cNvPr>
              <p:cNvCxnSpPr>
                <a:stCxn id="26" idx="6"/>
                <a:endCxn id="2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71;p6">
                <a:extLst>
                  <a:ext uri="{FF2B5EF4-FFF2-40B4-BE49-F238E27FC236}">
                    <a16:creationId xmlns:a16="http://schemas.microsoft.com/office/drawing/2014/main" id="{B423505A-3E48-C652-1ABC-49111C8C00B6}"/>
                  </a:ext>
                </a:extLst>
              </p:cNvPr>
              <p:cNvCxnSpPr>
                <a:stCxn id="26" idx="6"/>
                <a:endCxn id="2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2;p6">
                <a:extLst>
                  <a:ext uri="{FF2B5EF4-FFF2-40B4-BE49-F238E27FC236}">
                    <a16:creationId xmlns:a16="http://schemas.microsoft.com/office/drawing/2014/main" id="{62F4DA52-450A-3215-2CB5-3AC0549ABD2B}"/>
                  </a:ext>
                </a:extLst>
              </p:cNvPr>
              <p:cNvCxnSpPr>
                <a:stCxn id="26" idx="6"/>
                <a:endCxn id="3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3;p6">
                <a:extLst>
                  <a:ext uri="{FF2B5EF4-FFF2-40B4-BE49-F238E27FC236}">
                    <a16:creationId xmlns:a16="http://schemas.microsoft.com/office/drawing/2014/main" id="{9A246E75-E859-13FF-6B2E-9AF18F044B29}"/>
                  </a:ext>
                </a:extLst>
              </p:cNvPr>
              <p:cNvCxnSpPr>
                <a:stCxn id="26" idx="6"/>
                <a:endCxn id="3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4;p6">
                <a:extLst>
                  <a:ext uri="{FF2B5EF4-FFF2-40B4-BE49-F238E27FC236}">
                    <a16:creationId xmlns:a16="http://schemas.microsoft.com/office/drawing/2014/main" id="{A4606839-8565-11CF-6CE2-E5A10C82DE51}"/>
                  </a:ext>
                </a:extLst>
              </p:cNvPr>
              <p:cNvCxnSpPr>
                <a:stCxn id="27" idx="6"/>
                <a:endCxn id="2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5;p6">
                <a:extLst>
                  <a:ext uri="{FF2B5EF4-FFF2-40B4-BE49-F238E27FC236}">
                    <a16:creationId xmlns:a16="http://schemas.microsoft.com/office/drawing/2014/main" id="{3C25AE53-DAF3-D574-59E5-D6E225E21552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6;p6">
                <a:extLst>
                  <a:ext uri="{FF2B5EF4-FFF2-40B4-BE49-F238E27FC236}">
                    <a16:creationId xmlns:a16="http://schemas.microsoft.com/office/drawing/2014/main" id="{299E35EE-4461-C840-CFBB-5D23967AE042}"/>
                  </a:ext>
                </a:extLst>
              </p:cNvPr>
              <p:cNvCxnSpPr>
                <a:stCxn id="27" idx="6"/>
                <a:endCxn id="3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7;p6">
                <a:extLst>
                  <a:ext uri="{FF2B5EF4-FFF2-40B4-BE49-F238E27FC236}">
                    <a16:creationId xmlns:a16="http://schemas.microsoft.com/office/drawing/2014/main" id="{111071EC-B5F8-1805-6108-8EF4CE4FFB77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" name="Google Shape;546;p6">
                <a:extLst>
                  <a:ext uri="{FF2B5EF4-FFF2-40B4-BE49-F238E27FC236}">
                    <a16:creationId xmlns:a16="http://schemas.microsoft.com/office/drawing/2014/main" id="{2E7AF522-C80F-C03B-9BCF-996C541BB669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549;p6">
                <a:extLst>
                  <a:ext uri="{FF2B5EF4-FFF2-40B4-BE49-F238E27FC236}">
                    <a16:creationId xmlns:a16="http://schemas.microsoft.com/office/drawing/2014/main" id="{E3D4E211-CF22-79C4-98D9-00529B30893D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" name="Google Shape;578;p6">
                <a:extLst>
                  <a:ext uri="{FF2B5EF4-FFF2-40B4-BE49-F238E27FC236}">
                    <a16:creationId xmlns:a16="http://schemas.microsoft.com/office/drawing/2014/main" id="{0DA12D69-0A3A-905F-280D-E8DBD6F0F02A}"/>
                  </a:ext>
                </a:extLst>
              </p:cNvPr>
              <p:cNvCxnSpPr>
                <a:stCxn id="48" idx="6"/>
                <a:endCxn id="2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9;p6">
                <a:extLst>
                  <a:ext uri="{FF2B5EF4-FFF2-40B4-BE49-F238E27FC236}">
                    <a16:creationId xmlns:a16="http://schemas.microsoft.com/office/drawing/2014/main" id="{E94E2122-F144-4516-1818-27402927BC13}"/>
                  </a:ext>
                </a:extLst>
              </p:cNvPr>
              <p:cNvCxnSpPr>
                <a:stCxn id="48" idx="6"/>
                <a:endCxn id="2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80;p6">
                <a:extLst>
                  <a:ext uri="{FF2B5EF4-FFF2-40B4-BE49-F238E27FC236}">
                    <a16:creationId xmlns:a16="http://schemas.microsoft.com/office/drawing/2014/main" id="{AFDB56DD-5011-1523-86D9-64B9CF46BAEB}"/>
                  </a:ext>
                </a:extLst>
              </p:cNvPr>
              <p:cNvCxnSpPr>
                <a:stCxn id="48" idx="6"/>
                <a:endCxn id="3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81;p6">
                <a:extLst>
                  <a:ext uri="{FF2B5EF4-FFF2-40B4-BE49-F238E27FC236}">
                    <a16:creationId xmlns:a16="http://schemas.microsoft.com/office/drawing/2014/main" id="{61F10A47-AC7B-6A83-9229-45649F0E0359}"/>
                  </a:ext>
                </a:extLst>
              </p:cNvPr>
              <p:cNvCxnSpPr>
                <a:stCxn id="48" idx="6"/>
                <a:endCxn id="3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2;p6">
                <a:extLst>
                  <a:ext uri="{FF2B5EF4-FFF2-40B4-BE49-F238E27FC236}">
                    <a16:creationId xmlns:a16="http://schemas.microsoft.com/office/drawing/2014/main" id="{E6FF1D61-6340-87EE-4E1C-F72999F2F0BE}"/>
                  </a:ext>
                </a:extLst>
              </p:cNvPr>
              <p:cNvCxnSpPr>
                <a:stCxn id="48" idx="6"/>
                <a:endCxn id="3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3;p6">
                <a:extLst>
                  <a:ext uri="{FF2B5EF4-FFF2-40B4-BE49-F238E27FC236}">
                    <a16:creationId xmlns:a16="http://schemas.microsoft.com/office/drawing/2014/main" id="{5C065965-07FE-E3EB-4A67-96436B7C34A3}"/>
                  </a:ext>
                </a:extLst>
              </p:cNvPr>
              <p:cNvCxnSpPr>
                <a:stCxn id="49" idx="6"/>
                <a:endCxn id="3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4;p6">
                <a:extLst>
                  <a:ext uri="{FF2B5EF4-FFF2-40B4-BE49-F238E27FC236}">
                    <a16:creationId xmlns:a16="http://schemas.microsoft.com/office/drawing/2014/main" id="{60819403-C621-EDAA-1CF7-C9D6188DB6F1}"/>
                  </a:ext>
                </a:extLst>
              </p:cNvPr>
              <p:cNvCxnSpPr>
                <a:stCxn id="49" idx="6"/>
                <a:endCxn id="3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5;p6">
                <a:extLst>
                  <a:ext uri="{FF2B5EF4-FFF2-40B4-BE49-F238E27FC236}">
                    <a16:creationId xmlns:a16="http://schemas.microsoft.com/office/drawing/2014/main" id="{69426EB5-50D2-4673-AA79-54E35E89C39E}"/>
                  </a:ext>
                </a:extLst>
              </p:cNvPr>
              <p:cNvCxnSpPr>
                <a:stCxn id="49" idx="6"/>
                <a:endCxn id="3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6;p6">
                <a:extLst>
                  <a:ext uri="{FF2B5EF4-FFF2-40B4-BE49-F238E27FC236}">
                    <a16:creationId xmlns:a16="http://schemas.microsoft.com/office/drawing/2014/main" id="{C11BCA1D-819F-35E8-3BE6-0C4BB513B7A1}"/>
                  </a:ext>
                </a:extLst>
              </p:cNvPr>
              <p:cNvCxnSpPr>
                <a:stCxn id="49" idx="6"/>
                <a:endCxn id="2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7;p6">
                <a:extLst>
                  <a:ext uri="{FF2B5EF4-FFF2-40B4-BE49-F238E27FC236}">
                    <a16:creationId xmlns:a16="http://schemas.microsoft.com/office/drawing/2014/main" id="{FF15A87A-FADA-1103-4C00-5D20EC6FD8A1}"/>
                  </a:ext>
                </a:extLst>
              </p:cNvPr>
              <p:cNvCxnSpPr>
                <a:stCxn id="49" idx="6"/>
                <a:endCxn id="2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8;p6">
                <a:extLst>
                  <a:ext uri="{FF2B5EF4-FFF2-40B4-BE49-F238E27FC236}">
                    <a16:creationId xmlns:a16="http://schemas.microsoft.com/office/drawing/2014/main" id="{E6801A58-930C-B09E-CBA5-F348EF2507B8}"/>
                  </a:ext>
                </a:extLst>
              </p:cNvPr>
              <p:cNvCxnSpPr>
                <a:stCxn id="28" idx="6"/>
                <a:endCxn id="1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9;p6">
                <a:extLst>
                  <a:ext uri="{FF2B5EF4-FFF2-40B4-BE49-F238E27FC236}">
                    <a16:creationId xmlns:a16="http://schemas.microsoft.com/office/drawing/2014/main" id="{F54518E6-AAF6-4746-ED89-19C8062AFC44}"/>
                  </a:ext>
                </a:extLst>
              </p:cNvPr>
              <p:cNvCxnSpPr>
                <a:stCxn id="29" idx="6"/>
                <a:endCxn id="1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90;p6">
                <a:extLst>
                  <a:ext uri="{FF2B5EF4-FFF2-40B4-BE49-F238E27FC236}">
                    <a16:creationId xmlns:a16="http://schemas.microsoft.com/office/drawing/2014/main" id="{42679E1E-4D65-5279-09EB-D788B5324B17}"/>
                  </a:ext>
                </a:extLst>
              </p:cNvPr>
              <p:cNvCxnSpPr>
                <a:stCxn id="30" idx="6"/>
                <a:endCxn id="1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91;p6">
                <a:extLst>
                  <a:ext uri="{FF2B5EF4-FFF2-40B4-BE49-F238E27FC236}">
                    <a16:creationId xmlns:a16="http://schemas.microsoft.com/office/drawing/2014/main" id="{9D72E972-1546-E908-3113-2E58EE3AD45B}"/>
                  </a:ext>
                </a:extLst>
              </p:cNvPr>
              <p:cNvCxnSpPr>
                <a:stCxn id="31" idx="6"/>
                <a:endCxn id="1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2;p6">
                <a:extLst>
                  <a:ext uri="{FF2B5EF4-FFF2-40B4-BE49-F238E27FC236}">
                    <a16:creationId xmlns:a16="http://schemas.microsoft.com/office/drawing/2014/main" id="{1A7713CD-CA12-F514-DFDC-685EEE42FE65}"/>
                  </a:ext>
                </a:extLst>
              </p:cNvPr>
              <p:cNvCxnSpPr>
                <a:stCxn id="32" idx="6"/>
                <a:endCxn id="1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5" name="Google Shape;593;p6">
                <a:extLst>
                  <a:ext uri="{FF2B5EF4-FFF2-40B4-BE49-F238E27FC236}">
                    <a16:creationId xmlns:a16="http://schemas.microsoft.com/office/drawing/2014/main" id="{CCF4EE8C-4E7D-C621-C902-BE0E06DC3D45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" name="Google Shape;594;p6">
                <a:extLst>
                  <a:ext uri="{FF2B5EF4-FFF2-40B4-BE49-F238E27FC236}">
                    <a16:creationId xmlns:a16="http://schemas.microsoft.com/office/drawing/2014/main" id="{2498CC82-A885-09B5-3DC5-16A1EE8E73B9}"/>
                  </a:ext>
                </a:extLst>
              </p:cNvPr>
              <p:cNvCxnSpPr>
                <a:stCxn id="29" idx="6"/>
                <a:endCxn id="6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5;p6">
                <a:extLst>
                  <a:ext uri="{FF2B5EF4-FFF2-40B4-BE49-F238E27FC236}">
                    <a16:creationId xmlns:a16="http://schemas.microsoft.com/office/drawing/2014/main" id="{64BF0CA9-4DE4-BA60-B2D4-8A03C92F54DC}"/>
                  </a:ext>
                </a:extLst>
              </p:cNvPr>
              <p:cNvCxnSpPr>
                <a:stCxn id="30" idx="6"/>
                <a:endCxn id="6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6;p6">
                <a:extLst>
                  <a:ext uri="{FF2B5EF4-FFF2-40B4-BE49-F238E27FC236}">
                    <a16:creationId xmlns:a16="http://schemas.microsoft.com/office/drawing/2014/main" id="{3C52779C-5DCF-49CD-256F-F33096B3AFDC}"/>
                  </a:ext>
                </a:extLst>
              </p:cNvPr>
              <p:cNvCxnSpPr>
                <a:stCxn id="31" idx="6"/>
                <a:endCxn id="6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7;p6">
                <a:extLst>
                  <a:ext uri="{FF2B5EF4-FFF2-40B4-BE49-F238E27FC236}">
                    <a16:creationId xmlns:a16="http://schemas.microsoft.com/office/drawing/2014/main" id="{3C56A641-51B8-80AB-51FC-E23B32A6A1E8}"/>
                  </a:ext>
                </a:extLst>
              </p:cNvPr>
              <p:cNvCxnSpPr>
                <a:stCxn id="32" idx="6"/>
                <a:endCxn id="6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8;p6">
                <a:extLst>
                  <a:ext uri="{FF2B5EF4-FFF2-40B4-BE49-F238E27FC236}">
                    <a16:creationId xmlns:a16="http://schemas.microsoft.com/office/drawing/2014/main" id="{3830909B-7E1E-A786-B917-C8DD3A7D36EE}"/>
                  </a:ext>
                </a:extLst>
              </p:cNvPr>
              <p:cNvCxnSpPr>
                <a:stCxn id="28" idx="6"/>
                <a:endCxn id="6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9;p6">
                <a:extLst>
                  <a:ext uri="{FF2B5EF4-FFF2-40B4-BE49-F238E27FC236}">
                    <a16:creationId xmlns:a16="http://schemas.microsoft.com/office/drawing/2014/main" id="{93EB8B49-4D1D-2FB0-A671-76121B07C608}"/>
                  </a:ext>
                </a:extLst>
              </p:cNvPr>
              <p:cNvCxnSpPr>
                <a:stCxn id="7" idx="6"/>
                <a:endCxn id="2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79CC8844-372D-1522-6BE3-B302B1D468C8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8A2856D8-D75F-15F6-197B-1B659618B137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9BD80196-B7A9-4F16-C9AE-E43FC835ADD4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600;p6">
              <a:extLst>
                <a:ext uri="{FF2B5EF4-FFF2-40B4-BE49-F238E27FC236}">
                  <a16:creationId xmlns:a16="http://schemas.microsoft.com/office/drawing/2014/main" id="{BF08A227-4F51-99CE-3AE4-875D513E1313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601;p6">
              <a:extLst>
                <a:ext uri="{FF2B5EF4-FFF2-40B4-BE49-F238E27FC236}">
                  <a16:creationId xmlns:a16="http://schemas.microsoft.com/office/drawing/2014/main" id="{F9ECDCF3-77F3-4E3E-EE53-715225CCB63C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5A2FD4-CD20-2719-349B-0AB72216C451}"/>
                  </a:ext>
                </a:extLst>
              </p:cNvPr>
              <p:cNvSpPr txBox="1"/>
              <p:nvPr/>
            </p:nvSpPr>
            <p:spPr>
              <a:xfrm>
                <a:off x="9191133" y="3356041"/>
                <a:ext cx="1711807" cy="766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110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5.1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95A2FD4-CD20-2719-349B-0AB72216C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133" y="3356041"/>
                <a:ext cx="1711807" cy="7668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AC5EC6F-3250-F83F-AAA1-DE2A2F1D5042}"/>
                  </a:ext>
                </a:extLst>
              </p:cNvPr>
              <p:cNvSpPr txBox="1"/>
              <p:nvPr/>
            </p:nvSpPr>
            <p:spPr>
              <a:xfrm>
                <a:off x="10619200" y="3356042"/>
                <a:ext cx="1711807" cy="766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150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7.1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AC5EC6F-3250-F83F-AAA1-DE2A2F1D5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9200" y="3356042"/>
                <a:ext cx="1711807" cy="7668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E2A8CA6-D8AB-F2C3-D420-A485D2885758}"/>
                  </a:ext>
                </a:extLst>
              </p:cNvPr>
              <p:cNvSpPr txBox="1"/>
              <p:nvPr/>
            </p:nvSpPr>
            <p:spPr>
              <a:xfrm>
                <a:off x="9526321" y="2498360"/>
                <a:ext cx="933476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r>
                  <a:rPr lang="en-US" sz="2800" i="1" baseline="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E2A8CA6-D8AB-F2C3-D420-A485D2885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6321" y="2498360"/>
                <a:ext cx="933476" cy="556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843B22D-3129-92E5-F165-B0991FBC3E76}"/>
                  </a:ext>
                </a:extLst>
              </p:cNvPr>
              <p:cNvSpPr txBox="1"/>
              <p:nvPr/>
            </p:nvSpPr>
            <p:spPr>
              <a:xfrm>
                <a:off x="10980445" y="2504674"/>
                <a:ext cx="9334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𝑡𝑟𝑢𝑒</m:t>
                        </m:r>
                      </m:sub>
                    </m:sSub>
                  </m:oMath>
                </a14:m>
                <a:r>
                  <a:rPr lang="en-US" sz="2800" i="1" baseline="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843B22D-3129-92E5-F165-B0991FBC3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445" y="2504674"/>
                <a:ext cx="93347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28E6B0AD-0317-454C-7E70-0233B6B77EDC}"/>
              </a:ext>
            </a:extLst>
          </p:cNvPr>
          <p:cNvSpPr txBox="1"/>
          <p:nvPr/>
        </p:nvSpPr>
        <p:spPr>
          <a:xfrm>
            <a:off x="7306307" y="2348451"/>
            <a:ext cx="21884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a typeface="Calibri"/>
                <a:cs typeface="Calibri"/>
                <a:sym typeface="Calibri"/>
              </a:rPr>
              <a:t>Weight (</a:t>
            </a:r>
            <a:r>
              <a:rPr lang="en-US" sz="2800" dirty="0" err="1">
                <a:ea typeface="Calibri"/>
                <a:cs typeface="Calibri"/>
                <a:sym typeface="Calibri"/>
              </a:rPr>
              <a:t>lbs</a:t>
            </a:r>
            <a:r>
              <a:rPr lang="en-US" sz="2800" dirty="0">
                <a:ea typeface="Calibri"/>
                <a:cs typeface="Calibri"/>
                <a:sym typeface="Calibri"/>
              </a:rPr>
              <a:t>) </a:t>
            </a:r>
            <a:endParaRPr lang="en-US" sz="28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6D1719E-2299-C0FF-54CB-3864ACD9FAD6}"/>
              </a:ext>
            </a:extLst>
          </p:cNvPr>
          <p:cNvSpPr txBox="1"/>
          <p:nvPr/>
        </p:nvSpPr>
        <p:spPr>
          <a:xfrm>
            <a:off x="7306307" y="4050784"/>
            <a:ext cx="21884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a typeface="Calibri"/>
                <a:cs typeface="Calibri"/>
                <a:sym typeface="Calibri"/>
              </a:rPr>
              <a:t>Height (feet)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67652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2028-522E-850B-8FFE-33E9BA2F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Regression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4879F-8820-4423-9D2E-729B42A67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Mean absolute error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Mean square error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932A88-D2A6-EAF8-3815-26356897FDD3}"/>
                  </a:ext>
                </a:extLst>
              </p:cNvPr>
              <p:cNvSpPr txBox="1"/>
              <p:nvPr/>
            </p:nvSpPr>
            <p:spPr>
              <a:xfrm>
                <a:off x="838200" y="2370708"/>
                <a:ext cx="11353800" cy="901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932A88-D2A6-EAF8-3815-26356897F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70708"/>
                <a:ext cx="11353800" cy="9017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C2A1E3-7E1B-B017-EDEC-3D7EB4F43648}"/>
                  </a:ext>
                </a:extLst>
              </p:cNvPr>
              <p:cNvSpPr txBox="1"/>
              <p:nvPr/>
            </p:nvSpPr>
            <p:spPr>
              <a:xfrm>
                <a:off x="838200" y="4096545"/>
                <a:ext cx="11353800" cy="901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𝑝𝑟𝑒𝑑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C2A1E3-7E1B-B017-EDEC-3D7EB4F43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96545"/>
                <a:ext cx="11353800" cy="9017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978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6095F3-3E69-FB5F-B5A0-4E28F7378B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One hot encoding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56095F3-3E69-FB5F-B5A0-4E28F7378B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Content Placeholder 37">
            <a:extLst>
              <a:ext uri="{FF2B5EF4-FFF2-40B4-BE49-F238E27FC236}">
                <a16:creationId xmlns:a16="http://schemas.microsoft.com/office/drawing/2014/main" id="{FA8C4283-7983-2B72-14EA-99BB511604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318417"/>
          <a:ext cx="2097906" cy="1036320"/>
        </p:xfrm>
        <a:graphic>
          <a:graphicData uri="http://schemas.openxmlformats.org/drawingml/2006/table">
            <a:tbl>
              <a:tblPr firstRow="1" bandRow="1"/>
              <a:tblGrid>
                <a:gridCol w="2097906">
                  <a:extLst>
                    <a:ext uri="{9D8B030D-6E8A-4147-A177-3AD203B41FA5}">
                      <a16:colId xmlns:a16="http://schemas.microsoft.com/office/drawing/2014/main" val="2136542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1"/>
                        <a:t>Chicken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6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Banana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507368"/>
                  </a:ext>
                </a:extLst>
              </a:tr>
            </a:tbl>
          </a:graphicData>
        </a:graphic>
      </p:graphicFrame>
      <p:sp>
        <p:nvSpPr>
          <p:cNvPr id="42" name="Arrow: Right 41">
            <a:extLst>
              <a:ext uri="{FF2B5EF4-FFF2-40B4-BE49-F238E27FC236}">
                <a16:creationId xmlns:a16="http://schemas.microsoft.com/office/drawing/2014/main" id="{E4795C5F-CB8A-A749-D405-7EA9B5F8C2FF}"/>
              </a:ext>
            </a:extLst>
          </p:cNvPr>
          <p:cNvSpPr/>
          <p:nvPr/>
        </p:nvSpPr>
        <p:spPr>
          <a:xfrm>
            <a:off x="6440308" y="2755154"/>
            <a:ext cx="912793" cy="3882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hicken - Wikipedia">
            <a:extLst>
              <a:ext uri="{FF2B5EF4-FFF2-40B4-BE49-F238E27FC236}">
                <a16:creationId xmlns:a16="http://schemas.microsoft.com/office/drawing/2014/main" id="{15B6C47B-92A3-C1A9-26B2-02D77ECBC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521" y="1937499"/>
            <a:ext cx="1515776" cy="202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52B3A6-3DC8-26D0-F4A0-80FC50219C3B}"/>
                  </a:ext>
                </a:extLst>
              </p:cNvPr>
              <p:cNvSpPr txBox="1"/>
              <p:nvPr/>
            </p:nvSpPr>
            <p:spPr>
              <a:xfrm>
                <a:off x="8318672" y="2582976"/>
                <a:ext cx="544636" cy="766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52B3A6-3DC8-26D0-F4A0-80FC50219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672" y="2582976"/>
                <a:ext cx="544636" cy="7668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58952F57-B61C-8AF3-AAF8-BC735B7362AD}"/>
              </a:ext>
            </a:extLst>
          </p:cNvPr>
          <p:cNvSpPr/>
          <p:nvPr/>
        </p:nvSpPr>
        <p:spPr>
          <a:xfrm>
            <a:off x="6440308" y="5286997"/>
            <a:ext cx="912793" cy="3882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9B3207-7CDC-5534-81C8-81BD4AABF134}"/>
                  </a:ext>
                </a:extLst>
              </p:cNvPr>
              <p:cNvSpPr txBox="1"/>
              <p:nvPr/>
            </p:nvSpPr>
            <p:spPr>
              <a:xfrm>
                <a:off x="8318672" y="5114819"/>
                <a:ext cx="534762" cy="715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9B3207-7CDC-5534-81C8-81BD4AABF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672" y="5114819"/>
                <a:ext cx="534762" cy="715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Banana | Rainforest Alliance">
            <a:extLst>
              <a:ext uri="{FF2B5EF4-FFF2-40B4-BE49-F238E27FC236}">
                <a16:creationId xmlns:a16="http://schemas.microsoft.com/office/drawing/2014/main" id="{7A4B30E9-8AE9-C962-0FD3-77597FB8F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913" y="4872897"/>
            <a:ext cx="1404937" cy="13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712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4AC3-34A9-2A65-CB20-EBD826AAC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Softmax</a:t>
            </a:r>
            <a:r>
              <a:rPr lang="en-US"/>
              <a:t> for </a:t>
            </a:r>
            <a:r>
              <a:rPr lang="en-US" err="1"/>
              <a:t>y_pred</a:t>
            </a:r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C668D6-2344-5BCC-D139-E68BF044A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6795" y="1825625"/>
            <a:ext cx="84584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540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ECDF0-E58F-70EC-3A32-B3401891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33A68457-72C5-159A-E4EC-F9454C0C1CE5}"/>
              </a:ext>
            </a:extLst>
          </p:cNvPr>
          <p:cNvGrpSpPr/>
          <p:nvPr/>
        </p:nvGrpSpPr>
        <p:grpSpPr>
          <a:xfrm>
            <a:off x="473887" y="311571"/>
            <a:ext cx="6722937" cy="6243315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CDA59C0F-7666-3023-8E56-AF646CD12681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7" name="Google Shape;535;p6">
                <a:extLst>
                  <a:ext uri="{FF2B5EF4-FFF2-40B4-BE49-F238E27FC236}">
                    <a16:creationId xmlns:a16="http://schemas.microsoft.com/office/drawing/2014/main" id="{3FBE5177-2786-4C20-39DD-F3DCCEC7C125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536;p6">
                <a:extLst>
                  <a:ext uri="{FF2B5EF4-FFF2-40B4-BE49-F238E27FC236}">
                    <a16:creationId xmlns:a16="http://schemas.microsoft.com/office/drawing/2014/main" id="{58072DB3-3625-919F-EC84-853BBC0CCABF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537;p6">
                <a:extLst>
                  <a:ext uri="{FF2B5EF4-FFF2-40B4-BE49-F238E27FC236}">
                    <a16:creationId xmlns:a16="http://schemas.microsoft.com/office/drawing/2014/main" id="{9EB25BD3-4C1D-CEAE-A9E3-EED3465FA314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8;p6">
                <a:extLst>
                  <a:ext uri="{FF2B5EF4-FFF2-40B4-BE49-F238E27FC236}">
                    <a16:creationId xmlns:a16="http://schemas.microsoft.com/office/drawing/2014/main" id="{BA492F59-AF66-90D4-58B2-18B040963897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" name="Google Shape;539;p6">
                <a:extLst>
                  <a:ext uri="{FF2B5EF4-FFF2-40B4-BE49-F238E27FC236}">
                    <a16:creationId xmlns:a16="http://schemas.microsoft.com/office/drawing/2014/main" id="{1AD95E78-0A37-8D1B-8F08-0E71799310F9}"/>
                  </a:ext>
                </a:extLst>
              </p:cNvPr>
              <p:cNvCxnSpPr>
                <a:stCxn id="7" idx="6"/>
                <a:endCxn id="25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541;p6">
                <a:extLst>
                  <a:ext uri="{FF2B5EF4-FFF2-40B4-BE49-F238E27FC236}">
                    <a16:creationId xmlns:a16="http://schemas.microsoft.com/office/drawing/2014/main" id="{D092FDCC-1AA2-A791-3451-4B14F8D48324}"/>
                  </a:ext>
                </a:extLst>
              </p:cNvPr>
              <p:cNvCxnSpPr>
                <a:stCxn id="8" idx="6"/>
                <a:endCxn id="26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" name="Google Shape;543;p6">
                <a:extLst>
                  <a:ext uri="{FF2B5EF4-FFF2-40B4-BE49-F238E27FC236}">
                    <a16:creationId xmlns:a16="http://schemas.microsoft.com/office/drawing/2014/main" id="{A1BBD6EF-A6F9-C82E-2578-31CAFA673B12}"/>
                  </a:ext>
                </a:extLst>
              </p:cNvPr>
              <p:cNvCxnSpPr>
                <a:stCxn id="9" idx="6"/>
                <a:endCxn id="27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5;p6">
                <a:extLst>
                  <a:ext uri="{FF2B5EF4-FFF2-40B4-BE49-F238E27FC236}">
                    <a16:creationId xmlns:a16="http://schemas.microsoft.com/office/drawing/2014/main" id="{20EB77DF-9487-A4F3-494A-C0C4DF572125}"/>
                  </a:ext>
                </a:extLst>
              </p:cNvPr>
              <p:cNvCxnSpPr>
                <a:stCxn id="7" idx="6"/>
                <a:endCxn id="48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7;p6">
                <a:extLst>
                  <a:ext uri="{FF2B5EF4-FFF2-40B4-BE49-F238E27FC236}">
                    <a16:creationId xmlns:a16="http://schemas.microsoft.com/office/drawing/2014/main" id="{80902039-E485-C9FC-5D4A-EBAE99B71730}"/>
                  </a:ext>
                </a:extLst>
              </p:cNvPr>
              <p:cNvCxnSpPr>
                <a:stCxn id="7" idx="6"/>
                <a:endCxn id="26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8;p6">
                <a:extLst>
                  <a:ext uri="{FF2B5EF4-FFF2-40B4-BE49-F238E27FC236}">
                    <a16:creationId xmlns:a16="http://schemas.microsoft.com/office/drawing/2014/main" id="{F917BA64-0CDE-8A7B-CB81-02A97BF8B9D0}"/>
                  </a:ext>
                </a:extLst>
              </p:cNvPr>
              <p:cNvCxnSpPr>
                <a:stCxn id="7" idx="6"/>
                <a:endCxn id="49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50;p6">
                <a:extLst>
                  <a:ext uri="{FF2B5EF4-FFF2-40B4-BE49-F238E27FC236}">
                    <a16:creationId xmlns:a16="http://schemas.microsoft.com/office/drawing/2014/main" id="{E141ECEF-EEB2-0FED-85AB-3BAE3A7E5D0D}"/>
                  </a:ext>
                </a:extLst>
              </p:cNvPr>
              <p:cNvCxnSpPr>
                <a:stCxn id="8" idx="6"/>
                <a:endCxn id="25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51;p6">
                <a:extLst>
                  <a:ext uri="{FF2B5EF4-FFF2-40B4-BE49-F238E27FC236}">
                    <a16:creationId xmlns:a16="http://schemas.microsoft.com/office/drawing/2014/main" id="{B354228E-8E41-F596-C791-577E7422C6AC}"/>
                  </a:ext>
                </a:extLst>
              </p:cNvPr>
              <p:cNvCxnSpPr>
                <a:stCxn id="8" idx="6"/>
                <a:endCxn id="48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2;p6">
                <a:extLst>
                  <a:ext uri="{FF2B5EF4-FFF2-40B4-BE49-F238E27FC236}">
                    <a16:creationId xmlns:a16="http://schemas.microsoft.com/office/drawing/2014/main" id="{9D5DC638-53BE-F4B1-126F-5269AD668D73}"/>
                  </a:ext>
                </a:extLst>
              </p:cNvPr>
              <p:cNvCxnSpPr>
                <a:stCxn id="8" idx="6"/>
                <a:endCxn id="27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3;p6">
                <a:extLst>
                  <a:ext uri="{FF2B5EF4-FFF2-40B4-BE49-F238E27FC236}">
                    <a16:creationId xmlns:a16="http://schemas.microsoft.com/office/drawing/2014/main" id="{D99FB21C-A5FF-E5F7-BD20-5DE0964BEA1F}"/>
                  </a:ext>
                </a:extLst>
              </p:cNvPr>
              <p:cNvCxnSpPr>
                <a:stCxn id="8" idx="6"/>
                <a:endCxn id="49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4;p6">
                <a:extLst>
                  <a:ext uri="{FF2B5EF4-FFF2-40B4-BE49-F238E27FC236}">
                    <a16:creationId xmlns:a16="http://schemas.microsoft.com/office/drawing/2014/main" id="{2602F142-AFB9-8FB5-9701-07298AD07C6B}"/>
                  </a:ext>
                </a:extLst>
              </p:cNvPr>
              <p:cNvCxnSpPr>
                <a:stCxn id="9" idx="6"/>
                <a:endCxn id="48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5;p6">
                <a:extLst>
                  <a:ext uri="{FF2B5EF4-FFF2-40B4-BE49-F238E27FC236}">
                    <a16:creationId xmlns:a16="http://schemas.microsoft.com/office/drawing/2014/main" id="{164DB2C0-CCEC-3404-8DAF-5BE2CD353886}"/>
                  </a:ext>
                </a:extLst>
              </p:cNvPr>
              <p:cNvCxnSpPr>
                <a:stCxn id="9" idx="6"/>
                <a:endCxn id="25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6;p6">
                <a:extLst>
                  <a:ext uri="{FF2B5EF4-FFF2-40B4-BE49-F238E27FC236}">
                    <a16:creationId xmlns:a16="http://schemas.microsoft.com/office/drawing/2014/main" id="{2678068D-86B3-491D-8146-39EDD4FFB50C}"/>
                  </a:ext>
                </a:extLst>
              </p:cNvPr>
              <p:cNvCxnSpPr>
                <a:stCxn id="9" idx="6"/>
                <a:endCxn id="26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7;p6">
                <a:extLst>
                  <a:ext uri="{FF2B5EF4-FFF2-40B4-BE49-F238E27FC236}">
                    <a16:creationId xmlns:a16="http://schemas.microsoft.com/office/drawing/2014/main" id="{17E7ADB0-FB87-C472-63E4-3ACA0FC6851F}"/>
                  </a:ext>
                </a:extLst>
              </p:cNvPr>
              <p:cNvCxnSpPr>
                <a:stCxn id="9" idx="6"/>
                <a:endCxn id="49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540;p6">
                <a:extLst>
                  <a:ext uri="{FF2B5EF4-FFF2-40B4-BE49-F238E27FC236}">
                    <a16:creationId xmlns:a16="http://schemas.microsoft.com/office/drawing/2014/main" id="{F905371C-94B0-C461-1EB9-B2C239130A98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542;p6">
                <a:extLst>
                  <a:ext uri="{FF2B5EF4-FFF2-40B4-BE49-F238E27FC236}">
                    <a16:creationId xmlns:a16="http://schemas.microsoft.com/office/drawing/2014/main" id="{6233BFAB-1B74-0633-D818-D5235E9A38B6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44;p6">
                <a:extLst>
                  <a:ext uri="{FF2B5EF4-FFF2-40B4-BE49-F238E27FC236}">
                    <a16:creationId xmlns:a16="http://schemas.microsoft.com/office/drawing/2014/main" id="{D954FC0A-59D1-B91C-657F-468A6045FBFB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58;p6">
                <a:extLst>
                  <a:ext uri="{FF2B5EF4-FFF2-40B4-BE49-F238E27FC236}">
                    <a16:creationId xmlns:a16="http://schemas.microsoft.com/office/drawing/2014/main" id="{C8C73C43-CBDD-A3F3-4550-2FB25832486E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59;p6">
                <a:extLst>
                  <a:ext uri="{FF2B5EF4-FFF2-40B4-BE49-F238E27FC236}">
                    <a16:creationId xmlns:a16="http://schemas.microsoft.com/office/drawing/2014/main" id="{E1318168-63DE-FB3F-96C7-E383185E28BF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60;p6">
                <a:extLst>
                  <a:ext uri="{FF2B5EF4-FFF2-40B4-BE49-F238E27FC236}">
                    <a16:creationId xmlns:a16="http://schemas.microsoft.com/office/drawing/2014/main" id="{F6C8772A-C6C0-C5B1-8A87-E020E4020E69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61;p6">
                <a:extLst>
                  <a:ext uri="{FF2B5EF4-FFF2-40B4-BE49-F238E27FC236}">
                    <a16:creationId xmlns:a16="http://schemas.microsoft.com/office/drawing/2014/main" id="{A341B2D0-2FBB-E41A-9A7D-C79B8807257F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2;p6">
                <a:extLst>
                  <a:ext uri="{FF2B5EF4-FFF2-40B4-BE49-F238E27FC236}">
                    <a16:creationId xmlns:a16="http://schemas.microsoft.com/office/drawing/2014/main" id="{2EA74FA0-E9A6-4D65-2E32-F6C548DF3C44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" name="Google Shape;563;p6">
                <a:extLst>
                  <a:ext uri="{FF2B5EF4-FFF2-40B4-BE49-F238E27FC236}">
                    <a16:creationId xmlns:a16="http://schemas.microsoft.com/office/drawing/2014/main" id="{5C547A16-46BA-2ECE-C436-EA04EF7B866B}"/>
                  </a:ext>
                </a:extLst>
              </p:cNvPr>
              <p:cNvCxnSpPr>
                <a:stCxn id="25" idx="6"/>
                <a:endCxn id="29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" name="Google Shape;564;p6">
                <a:extLst>
                  <a:ext uri="{FF2B5EF4-FFF2-40B4-BE49-F238E27FC236}">
                    <a16:creationId xmlns:a16="http://schemas.microsoft.com/office/drawing/2014/main" id="{9DBEC5B5-F806-87B9-17D4-36E5D440F08B}"/>
                  </a:ext>
                </a:extLst>
              </p:cNvPr>
              <p:cNvCxnSpPr>
                <a:stCxn id="26" idx="6"/>
                <a:endCxn id="30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5" name="Google Shape;565;p6">
                <a:extLst>
                  <a:ext uri="{FF2B5EF4-FFF2-40B4-BE49-F238E27FC236}">
                    <a16:creationId xmlns:a16="http://schemas.microsoft.com/office/drawing/2014/main" id="{398FB6B1-C164-AD71-F607-9132A0932FDD}"/>
                  </a:ext>
                </a:extLst>
              </p:cNvPr>
              <p:cNvCxnSpPr>
                <a:stCxn id="27" idx="6"/>
                <a:endCxn id="31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6;p6">
                <a:extLst>
                  <a:ext uri="{FF2B5EF4-FFF2-40B4-BE49-F238E27FC236}">
                    <a16:creationId xmlns:a16="http://schemas.microsoft.com/office/drawing/2014/main" id="{192E52B2-60E7-5194-0A8C-EF67AF05D57F}"/>
                  </a:ext>
                </a:extLst>
              </p:cNvPr>
              <p:cNvCxnSpPr>
                <a:stCxn id="25" idx="6"/>
                <a:endCxn id="28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7;p6">
                <a:extLst>
                  <a:ext uri="{FF2B5EF4-FFF2-40B4-BE49-F238E27FC236}">
                    <a16:creationId xmlns:a16="http://schemas.microsoft.com/office/drawing/2014/main" id="{C5DA0672-96FE-E231-B2BB-AFD7B189352A}"/>
                  </a:ext>
                </a:extLst>
              </p:cNvPr>
              <p:cNvCxnSpPr>
                <a:stCxn id="25" idx="6"/>
                <a:endCxn id="30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8;p6">
                <a:extLst>
                  <a:ext uri="{FF2B5EF4-FFF2-40B4-BE49-F238E27FC236}">
                    <a16:creationId xmlns:a16="http://schemas.microsoft.com/office/drawing/2014/main" id="{626CA0E5-2B3D-5955-C2EB-EFC82F8F23E4}"/>
                  </a:ext>
                </a:extLst>
              </p:cNvPr>
              <p:cNvCxnSpPr>
                <a:stCxn id="25" idx="6"/>
                <a:endCxn id="31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9;p6">
                <a:extLst>
                  <a:ext uri="{FF2B5EF4-FFF2-40B4-BE49-F238E27FC236}">
                    <a16:creationId xmlns:a16="http://schemas.microsoft.com/office/drawing/2014/main" id="{1B03FBEA-E159-8DFD-B021-48F3D3BAB5B4}"/>
                  </a:ext>
                </a:extLst>
              </p:cNvPr>
              <p:cNvCxnSpPr>
                <a:stCxn id="25" idx="6"/>
                <a:endCxn id="32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70;p6">
                <a:extLst>
                  <a:ext uri="{FF2B5EF4-FFF2-40B4-BE49-F238E27FC236}">
                    <a16:creationId xmlns:a16="http://schemas.microsoft.com/office/drawing/2014/main" id="{3C0A06AB-C763-D1AF-3B97-197E5712F91B}"/>
                  </a:ext>
                </a:extLst>
              </p:cNvPr>
              <p:cNvCxnSpPr>
                <a:stCxn id="26" idx="6"/>
                <a:endCxn id="29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71;p6">
                <a:extLst>
                  <a:ext uri="{FF2B5EF4-FFF2-40B4-BE49-F238E27FC236}">
                    <a16:creationId xmlns:a16="http://schemas.microsoft.com/office/drawing/2014/main" id="{DA350A19-C03F-C9D1-11F2-B6CD1BFBA637}"/>
                  </a:ext>
                </a:extLst>
              </p:cNvPr>
              <p:cNvCxnSpPr>
                <a:stCxn id="26" idx="6"/>
                <a:endCxn id="28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2;p6">
                <a:extLst>
                  <a:ext uri="{FF2B5EF4-FFF2-40B4-BE49-F238E27FC236}">
                    <a16:creationId xmlns:a16="http://schemas.microsoft.com/office/drawing/2014/main" id="{99A5BFCE-FA06-05DA-4C6E-82A02A0C5653}"/>
                  </a:ext>
                </a:extLst>
              </p:cNvPr>
              <p:cNvCxnSpPr>
                <a:stCxn id="26" idx="6"/>
                <a:endCxn id="31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3;p6">
                <a:extLst>
                  <a:ext uri="{FF2B5EF4-FFF2-40B4-BE49-F238E27FC236}">
                    <a16:creationId xmlns:a16="http://schemas.microsoft.com/office/drawing/2014/main" id="{3442AAFA-8019-006A-C83C-8D41CE18B17B}"/>
                  </a:ext>
                </a:extLst>
              </p:cNvPr>
              <p:cNvCxnSpPr>
                <a:stCxn id="26" idx="6"/>
                <a:endCxn id="32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4;p6">
                <a:extLst>
                  <a:ext uri="{FF2B5EF4-FFF2-40B4-BE49-F238E27FC236}">
                    <a16:creationId xmlns:a16="http://schemas.microsoft.com/office/drawing/2014/main" id="{424634C0-673D-A10B-DD82-6605604D0FD5}"/>
                  </a:ext>
                </a:extLst>
              </p:cNvPr>
              <p:cNvCxnSpPr>
                <a:stCxn id="27" idx="6"/>
                <a:endCxn id="28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5;p6">
                <a:extLst>
                  <a:ext uri="{FF2B5EF4-FFF2-40B4-BE49-F238E27FC236}">
                    <a16:creationId xmlns:a16="http://schemas.microsoft.com/office/drawing/2014/main" id="{77EA4118-9D76-CAD5-2508-4E82C7A8B1B3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6;p6">
                <a:extLst>
                  <a:ext uri="{FF2B5EF4-FFF2-40B4-BE49-F238E27FC236}">
                    <a16:creationId xmlns:a16="http://schemas.microsoft.com/office/drawing/2014/main" id="{E3000487-CCB9-7B18-6D3E-4934ED648735}"/>
                  </a:ext>
                </a:extLst>
              </p:cNvPr>
              <p:cNvCxnSpPr>
                <a:stCxn id="27" idx="6"/>
                <a:endCxn id="30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7;p6">
                <a:extLst>
                  <a:ext uri="{FF2B5EF4-FFF2-40B4-BE49-F238E27FC236}">
                    <a16:creationId xmlns:a16="http://schemas.microsoft.com/office/drawing/2014/main" id="{357DF2E5-88E3-881E-DB34-52D17558F927}"/>
                  </a:ext>
                </a:extLst>
              </p:cNvPr>
              <p:cNvCxnSpPr>
                <a:stCxn id="27" idx="6"/>
                <a:endCxn id="32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" name="Google Shape;546;p6">
                <a:extLst>
                  <a:ext uri="{FF2B5EF4-FFF2-40B4-BE49-F238E27FC236}">
                    <a16:creationId xmlns:a16="http://schemas.microsoft.com/office/drawing/2014/main" id="{1E200EDD-F6F4-1AD4-7989-617369E714F8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549;p6">
                <a:extLst>
                  <a:ext uri="{FF2B5EF4-FFF2-40B4-BE49-F238E27FC236}">
                    <a16:creationId xmlns:a16="http://schemas.microsoft.com/office/drawing/2014/main" id="{44A4B5E9-72C8-8D20-90B0-5B66C38F5F8F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32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" name="Google Shape;578;p6">
                <a:extLst>
                  <a:ext uri="{FF2B5EF4-FFF2-40B4-BE49-F238E27FC236}">
                    <a16:creationId xmlns:a16="http://schemas.microsoft.com/office/drawing/2014/main" id="{A80B0B05-F62A-2037-70F8-6AC3C134389B}"/>
                  </a:ext>
                </a:extLst>
              </p:cNvPr>
              <p:cNvCxnSpPr>
                <a:stCxn id="48" idx="6"/>
                <a:endCxn id="28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9;p6">
                <a:extLst>
                  <a:ext uri="{FF2B5EF4-FFF2-40B4-BE49-F238E27FC236}">
                    <a16:creationId xmlns:a16="http://schemas.microsoft.com/office/drawing/2014/main" id="{F7C506E1-70AD-5E16-E5A1-05AB2044BD26}"/>
                  </a:ext>
                </a:extLst>
              </p:cNvPr>
              <p:cNvCxnSpPr>
                <a:stCxn id="48" idx="6"/>
                <a:endCxn id="29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80;p6">
                <a:extLst>
                  <a:ext uri="{FF2B5EF4-FFF2-40B4-BE49-F238E27FC236}">
                    <a16:creationId xmlns:a16="http://schemas.microsoft.com/office/drawing/2014/main" id="{B1508E74-5982-D4B8-7323-818953846475}"/>
                  </a:ext>
                </a:extLst>
              </p:cNvPr>
              <p:cNvCxnSpPr>
                <a:stCxn id="48" idx="6"/>
                <a:endCxn id="30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81;p6">
                <a:extLst>
                  <a:ext uri="{FF2B5EF4-FFF2-40B4-BE49-F238E27FC236}">
                    <a16:creationId xmlns:a16="http://schemas.microsoft.com/office/drawing/2014/main" id="{75363BD8-34B8-A1F6-1676-35D420BEAEAC}"/>
                  </a:ext>
                </a:extLst>
              </p:cNvPr>
              <p:cNvCxnSpPr>
                <a:stCxn id="48" idx="6"/>
                <a:endCxn id="31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2;p6">
                <a:extLst>
                  <a:ext uri="{FF2B5EF4-FFF2-40B4-BE49-F238E27FC236}">
                    <a16:creationId xmlns:a16="http://schemas.microsoft.com/office/drawing/2014/main" id="{FA7616FF-BC6F-54E8-0E46-70E9CD501014}"/>
                  </a:ext>
                </a:extLst>
              </p:cNvPr>
              <p:cNvCxnSpPr>
                <a:stCxn id="48" idx="6"/>
                <a:endCxn id="32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3;p6">
                <a:extLst>
                  <a:ext uri="{FF2B5EF4-FFF2-40B4-BE49-F238E27FC236}">
                    <a16:creationId xmlns:a16="http://schemas.microsoft.com/office/drawing/2014/main" id="{7E8A4830-13DF-F192-76DE-E42D89CD6B72}"/>
                  </a:ext>
                </a:extLst>
              </p:cNvPr>
              <p:cNvCxnSpPr>
                <a:stCxn id="49" idx="6"/>
                <a:endCxn id="32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4;p6">
                <a:extLst>
                  <a:ext uri="{FF2B5EF4-FFF2-40B4-BE49-F238E27FC236}">
                    <a16:creationId xmlns:a16="http://schemas.microsoft.com/office/drawing/2014/main" id="{05671100-EF9B-DA8B-A5C5-C526980F8E75}"/>
                  </a:ext>
                </a:extLst>
              </p:cNvPr>
              <p:cNvCxnSpPr>
                <a:stCxn id="49" idx="6"/>
                <a:endCxn id="31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5;p6">
                <a:extLst>
                  <a:ext uri="{FF2B5EF4-FFF2-40B4-BE49-F238E27FC236}">
                    <a16:creationId xmlns:a16="http://schemas.microsoft.com/office/drawing/2014/main" id="{EE1A4F4C-A396-62AF-509A-D86F9C8F97F7}"/>
                  </a:ext>
                </a:extLst>
              </p:cNvPr>
              <p:cNvCxnSpPr>
                <a:stCxn id="49" idx="6"/>
                <a:endCxn id="30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6;p6">
                <a:extLst>
                  <a:ext uri="{FF2B5EF4-FFF2-40B4-BE49-F238E27FC236}">
                    <a16:creationId xmlns:a16="http://schemas.microsoft.com/office/drawing/2014/main" id="{47B95C41-B290-C790-BA9A-9CA84EBE437A}"/>
                  </a:ext>
                </a:extLst>
              </p:cNvPr>
              <p:cNvCxnSpPr>
                <a:stCxn id="49" idx="6"/>
                <a:endCxn id="29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7;p6">
                <a:extLst>
                  <a:ext uri="{FF2B5EF4-FFF2-40B4-BE49-F238E27FC236}">
                    <a16:creationId xmlns:a16="http://schemas.microsoft.com/office/drawing/2014/main" id="{52D4A053-A741-2F4A-238A-613D720208A1}"/>
                  </a:ext>
                </a:extLst>
              </p:cNvPr>
              <p:cNvCxnSpPr>
                <a:stCxn id="49" idx="6"/>
                <a:endCxn id="28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8;p6">
                <a:extLst>
                  <a:ext uri="{FF2B5EF4-FFF2-40B4-BE49-F238E27FC236}">
                    <a16:creationId xmlns:a16="http://schemas.microsoft.com/office/drawing/2014/main" id="{B699BB25-2874-0DDF-C3CF-E58006A821DC}"/>
                  </a:ext>
                </a:extLst>
              </p:cNvPr>
              <p:cNvCxnSpPr>
                <a:stCxn id="28" idx="6"/>
                <a:endCxn id="10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9;p6">
                <a:extLst>
                  <a:ext uri="{FF2B5EF4-FFF2-40B4-BE49-F238E27FC236}">
                    <a16:creationId xmlns:a16="http://schemas.microsoft.com/office/drawing/2014/main" id="{C63E53EE-634D-E91F-C6A5-5CE846B83ED9}"/>
                  </a:ext>
                </a:extLst>
              </p:cNvPr>
              <p:cNvCxnSpPr>
                <a:stCxn id="29" idx="6"/>
                <a:endCxn id="10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90;p6">
                <a:extLst>
                  <a:ext uri="{FF2B5EF4-FFF2-40B4-BE49-F238E27FC236}">
                    <a16:creationId xmlns:a16="http://schemas.microsoft.com/office/drawing/2014/main" id="{C8506CFC-9C55-84E3-4E84-C82A21E8A184}"/>
                  </a:ext>
                </a:extLst>
              </p:cNvPr>
              <p:cNvCxnSpPr>
                <a:stCxn id="30" idx="6"/>
                <a:endCxn id="10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91;p6">
                <a:extLst>
                  <a:ext uri="{FF2B5EF4-FFF2-40B4-BE49-F238E27FC236}">
                    <a16:creationId xmlns:a16="http://schemas.microsoft.com/office/drawing/2014/main" id="{0D7E2CDF-E652-3787-42CC-505EF547170B}"/>
                  </a:ext>
                </a:extLst>
              </p:cNvPr>
              <p:cNvCxnSpPr>
                <a:stCxn id="31" idx="6"/>
                <a:endCxn id="10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2;p6">
                <a:extLst>
                  <a:ext uri="{FF2B5EF4-FFF2-40B4-BE49-F238E27FC236}">
                    <a16:creationId xmlns:a16="http://schemas.microsoft.com/office/drawing/2014/main" id="{2E633405-FB16-97FC-31E5-5BBE2CC0A6D2}"/>
                  </a:ext>
                </a:extLst>
              </p:cNvPr>
              <p:cNvCxnSpPr>
                <a:stCxn id="32" idx="6"/>
                <a:endCxn id="10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5" name="Google Shape;593;p6">
                <a:extLst>
                  <a:ext uri="{FF2B5EF4-FFF2-40B4-BE49-F238E27FC236}">
                    <a16:creationId xmlns:a16="http://schemas.microsoft.com/office/drawing/2014/main" id="{2C50529D-0A72-C389-185B-0F9018CB69D8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32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32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6" name="Google Shape;594;p6">
                <a:extLst>
                  <a:ext uri="{FF2B5EF4-FFF2-40B4-BE49-F238E27FC236}">
                    <a16:creationId xmlns:a16="http://schemas.microsoft.com/office/drawing/2014/main" id="{95BC654B-CCD5-7D46-DE9A-316B53A9C052}"/>
                  </a:ext>
                </a:extLst>
              </p:cNvPr>
              <p:cNvCxnSpPr>
                <a:stCxn id="29" idx="6"/>
                <a:endCxn id="65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5;p6">
                <a:extLst>
                  <a:ext uri="{FF2B5EF4-FFF2-40B4-BE49-F238E27FC236}">
                    <a16:creationId xmlns:a16="http://schemas.microsoft.com/office/drawing/2014/main" id="{F8164CD9-5EE7-B752-087A-11D1F02BB105}"/>
                  </a:ext>
                </a:extLst>
              </p:cNvPr>
              <p:cNvCxnSpPr>
                <a:stCxn id="30" idx="6"/>
                <a:endCxn id="65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6;p6">
                <a:extLst>
                  <a:ext uri="{FF2B5EF4-FFF2-40B4-BE49-F238E27FC236}">
                    <a16:creationId xmlns:a16="http://schemas.microsoft.com/office/drawing/2014/main" id="{6750BEC5-97C7-A421-B106-1763E89B12D2}"/>
                  </a:ext>
                </a:extLst>
              </p:cNvPr>
              <p:cNvCxnSpPr>
                <a:stCxn id="31" idx="6"/>
                <a:endCxn id="65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7;p6">
                <a:extLst>
                  <a:ext uri="{FF2B5EF4-FFF2-40B4-BE49-F238E27FC236}">
                    <a16:creationId xmlns:a16="http://schemas.microsoft.com/office/drawing/2014/main" id="{1F3C7E43-6754-DB7B-CF6F-F5DE10693620}"/>
                  </a:ext>
                </a:extLst>
              </p:cNvPr>
              <p:cNvCxnSpPr>
                <a:stCxn id="32" idx="6"/>
                <a:endCxn id="65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8;p6">
                <a:extLst>
                  <a:ext uri="{FF2B5EF4-FFF2-40B4-BE49-F238E27FC236}">
                    <a16:creationId xmlns:a16="http://schemas.microsoft.com/office/drawing/2014/main" id="{368DBF8D-ACF2-DEEA-404C-38DF3D9B6E1E}"/>
                  </a:ext>
                </a:extLst>
              </p:cNvPr>
              <p:cNvCxnSpPr>
                <a:stCxn id="28" idx="6"/>
                <a:endCxn id="65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9;p6">
                <a:extLst>
                  <a:ext uri="{FF2B5EF4-FFF2-40B4-BE49-F238E27FC236}">
                    <a16:creationId xmlns:a16="http://schemas.microsoft.com/office/drawing/2014/main" id="{CCC74F39-1B03-4CDE-0B98-F7B24123CCEC}"/>
                  </a:ext>
                </a:extLst>
              </p:cNvPr>
              <p:cNvCxnSpPr>
                <a:stCxn id="7" idx="6"/>
                <a:endCxn id="27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72F76D04-F864-4307-E856-8A23AEFAFF12}"/>
                </a:ext>
              </a:extLst>
            </p:cNvPr>
            <p:cNvSpPr txBox="1"/>
            <p:nvPr/>
          </p:nvSpPr>
          <p:spPr>
            <a:xfrm rot="18475899">
              <a:off x="5529819" y="918129"/>
              <a:ext cx="1036522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13075543-1A96-2777-87FC-8A074615E1F9}"/>
                </a:ext>
              </a:extLst>
            </p:cNvPr>
            <p:cNvSpPr txBox="1"/>
            <p:nvPr/>
          </p:nvSpPr>
          <p:spPr>
            <a:xfrm rot="18475899">
              <a:off x="5513650" y="1868910"/>
              <a:ext cx="1120467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8AC433C7-D1FC-147D-6E49-7834E43CAD6B}"/>
                </a:ext>
              </a:extLst>
            </p:cNvPr>
            <p:cNvSpPr txBox="1"/>
            <p:nvPr/>
          </p:nvSpPr>
          <p:spPr>
            <a:xfrm rot="18475899">
              <a:off x="5569098" y="5224924"/>
              <a:ext cx="832642" cy="584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600;p6">
              <a:extLst>
                <a:ext uri="{FF2B5EF4-FFF2-40B4-BE49-F238E27FC236}">
                  <a16:creationId xmlns:a16="http://schemas.microsoft.com/office/drawing/2014/main" id="{ADC26516-6214-7DDF-CE0F-9437B18270A6}"/>
                </a:ext>
              </a:extLst>
            </p:cNvPr>
            <p:cNvSpPr txBox="1"/>
            <p:nvPr/>
          </p:nvSpPr>
          <p:spPr>
            <a:xfrm rot="18475899">
              <a:off x="7620143" y="634571"/>
              <a:ext cx="1117619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32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601;p6">
              <a:extLst>
                <a:ext uri="{FF2B5EF4-FFF2-40B4-BE49-F238E27FC236}">
                  <a16:creationId xmlns:a16="http://schemas.microsoft.com/office/drawing/2014/main" id="{814980FF-ED76-47DB-DDDC-07B26EBA6349}"/>
                </a:ext>
              </a:extLst>
            </p:cNvPr>
            <p:cNvSpPr txBox="1"/>
            <p:nvPr/>
          </p:nvSpPr>
          <p:spPr>
            <a:xfrm rot="18475899">
              <a:off x="7615844" y="1609650"/>
              <a:ext cx="1139950" cy="5847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32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1B420E-7878-721D-E9F5-E17B233DD2AC}"/>
                  </a:ext>
                </a:extLst>
              </p:cNvPr>
              <p:cNvSpPr txBox="1"/>
              <p:nvPr/>
            </p:nvSpPr>
            <p:spPr>
              <a:xfrm>
                <a:off x="9123127" y="2986524"/>
                <a:ext cx="1711807" cy="766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0.97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0.03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21B420E-7878-721D-E9F5-E17B233DD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127" y="2986524"/>
                <a:ext cx="1711807" cy="7668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3EC375-C8B2-5AE2-CDC4-AFBE0EAEACA1}"/>
                  </a:ext>
                </a:extLst>
              </p:cNvPr>
              <p:cNvSpPr txBox="1"/>
              <p:nvPr/>
            </p:nvSpPr>
            <p:spPr>
              <a:xfrm>
                <a:off x="10296096" y="2986525"/>
                <a:ext cx="1711807" cy="766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3EC375-C8B2-5AE2-CDC4-AFBE0EAEA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096" y="2986525"/>
                <a:ext cx="1711807" cy="7668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6EA4043-1C8F-3C3F-74D2-315A90DA4CCE}"/>
                  </a:ext>
                </a:extLst>
              </p:cNvPr>
              <p:cNvSpPr txBox="1"/>
              <p:nvPr/>
            </p:nvSpPr>
            <p:spPr>
              <a:xfrm>
                <a:off x="9458315" y="2128843"/>
                <a:ext cx="933476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r>
                  <a:rPr lang="en-US" sz="2800" i="1" baseline="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6EA4043-1C8F-3C3F-74D2-315A90DA4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8315" y="2128843"/>
                <a:ext cx="933476" cy="556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E937E53-8F13-ABD6-DA58-E302295F17EC}"/>
                  </a:ext>
                </a:extLst>
              </p:cNvPr>
              <p:cNvSpPr txBox="1"/>
              <p:nvPr/>
            </p:nvSpPr>
            <p:spPr>
              <a:xfrm>
                <a:off x="10657341" y="2135157"/>
                <a:ext cx="9334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baseline="0" smtClean="0">
                            <a:effectLst/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𝑡𝑟𝑢𝑒</m:t>
                        </m:r>
                      </m:sub>
                    </m:sSub>
                  </m:oMath>
                </a14:m>
                <a:r>
                  <a:rPr lang="en-US" sz="2800" i="1" baseline="0" dirty="0">
                    <a:effectLst/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E937E53-8F13-ABD6-DA58-E302295F1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341" y="2135157"/>
                <a:ext cx="93347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63A50901-5D2E-BAB4-A939-E15D7F53FFA4}"/>
              </a:ext>
            </a:extLst>
          </p:cNvPr>
          <p:cNvSpPr txBox="1"/>
          <p:nvPr/>
        </p:nvSpPr>
        <p:spPr>
          <a:xfrm>
            <a:off x="7259761" y="2437884"/>
            <a:ext cx="1584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a typeface="Calibri"/>
                <a:cs typeface="Calibri"/>
                <a:sym typeface="Calibri"/>
              </a:rPr>
              <a:t>Chicken</a:t>
            </a:r>
            <a:endParaRPr lang="en-US" sz="28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97D493-B08E-E25B-13C6-54E43096B55D}"/>
              </a:ext>
            </a:extLst>
          </p:cNvPr>
          <p:cNvSpPr txBox="1"/>
          <p:nvPr/>
        </p:nvSpPr>
        <p:spPr>
          <a:xfrm>
            <a:off x="7306307" y="4050784"/>
            <a:ext cx="1584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a typeface="Calibri"/>
                <a:cs typeface="Calibri"/>
                <a:sym typeface="Calibri"/>
              </a:rPr>
              <a:t>Banana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61712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4B7A-DC1F-6E6E-A019-031CEABC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Cross entropy loss for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7FFE7-C4E7-E4A8-7C96-D730F9806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Binary cross entropy</a:t>
            </a:r>
          </a:p>
          <a:p>
            <a:pPr lvl="1"/>
            <a:r>
              <a:rPr lang="en-US"/>
              <a:t>After </a:t>
            </a:r>
            <a:r>
              <a:rPr lang="en-US" err="1"/>
              <a:t>softmax</a:t>
            </a:r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Multi class entropy</a:t>
            </a:r>
          </a:p>
          <a:p>
            <a:pPr lvl="1"/>
            <a:r>
              <a:rPr lang="en-US"/>
              <a:t>After </a:t>
            </a:r>
            <a:r>
              <a:rPr lang="en-US" err="1"/>
              <a:t>softmax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A0C39B-4B2E-7516-9180-3AB9BAF4E2A0}"/>
                  </a:ext>
                </a:extLst>
              </p:cNvPr>
              <p:cNvSpPr txBox="1"/>
              <p:nvPr/>
            </p:nvSpPr>
            <p:spPr>
              <a:xfrm>
                <a:off x="838200" y="2839450"/>
                <a:ext cx="10535742" cy="1043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𝐵𝐶𝐸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𝑝𝑟𝑒𝑑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⁡(1−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A0C39B-4B2E-7516-9180-3AB9BAF4E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39450"/>
                <a:ext cx="10535742" cy="10433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5BFDFD-DF00-3F50-62F0-D2A8260C3536}"/>
                  </a:ext>
                </a:extLst>
              </p:cNvPr>
              <p:cNvSpPr txBox="1"/>
              <p:nvPr/>
            </p:nvSpPr>
            <p:spPr>
              <a:xfrm>
                <a:off x="838200" y="5373852"/>
                <a:ext cx="10535742" cy="1043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𝑝𝑟𝑒𝑑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5BFDFD-DF00-3F50-62F0-D2A8260C3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73852"/>
                <a:ext cx="10535742" cy="1043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953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Understanding softmax and the negative log-likelihood">
            <a:extLst>
              <a:ext uri="{FF2B5EF4-FFF2-40B4-BE49-F238E27FC236}">
                <a16:creationId xmlns:a16="http://schemas.microsoft.com/office/drawing/2014/main" id="{C75D500D-3945-D403-560B-F8A5C4DD7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421" y="147889"/>
            <a:ext cx="8860229" cy="6589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7952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BF04A70-2CE2-C60E-598C-E67205ACF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580" y="0"/>
            <a:ext cx="8253662" cy="665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366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0747-F96A-8849-4F2D-78685215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5DD9-2D38-7970-DD3A-A91A62FFF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Weight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B2FF93-3FDC-2857-30F6-5447E07C6BCF}"/>
                  </a:ext>
                </a:extLst>
              </p:cNvPr>
              <p:cNvSpPr txBox="1"/>
              <p:nvPr/>
            </p:nvSpPr>
            <p:spPr>
              <a:xfrm>
                <a:off x="5242291" y="6123941"/>
                <a:ext cx="4388384" cy="5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lnSpc>
                    <a:spcPct val="11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𝒏𝒆𝒘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𝒐𝒍𝒅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𝐿𝑅</m:t>
                      </m:r>
                    </m:oMath>
                  </m:oMathPara>
                </a14:m>
                <a:endParaRPr lang="en-US" sz="2800" b="0" i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B2FF93-3FDC-2857-30F6-5447E07C6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291" y="6123941"/>
                <a:ext cx="4388384" cy="5878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Google Shape;538;p6">
            <a:extLst>
              <a:ext uri="{FF2B5EF4-FFF2-40B4-BE49-F238E27FC236}">
                <a16:creationId xmlns:a16="http://schemas.microsoft.com/office/drawing/2014/main" id="{1F3C3D18-D84A-50E4-1363-7DC97A96EF7E}"/>
              </a:ext>
            </a:extLst>
          </p:cNvPr>
          <p:cNvSpPr/>
          <p:nvPr/>
        </p:nvSpPr>
        <p:spPr>
          <a:xfrm>
            <a:off x="11198315" y="1913404"/>
            <a:ext cx="726643" cy="750011"/>
          </a:xfrm>
          <a:prstGeom prst="flowChartConnector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y</a:t>
            </a:r>
            <a:r>
              <a:rPr lang="en-US" sz="2000" b="0" i="0" u="none" strike="noStrike" cap="none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1_true</a:t>
            </a:r>
            <a:endParaRPr sz="2000" b="0" i="0" u="none" strike="noStrike" cap="none" baseline="-25000" dirty="0">
              <a:solidFill>
                <a:schemeClr val="lt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593;p6">
            <a:extLst>
              <a:ext uri="{FF2B5EF4-FFF2-40B4-BE49-F238E27FC236}">
                <a16:creationId xmlns:a16="http://schemas.microsoft.com/office/drawing/2014/main" id="{2A243820-C107-421F-2EF7-6BD2C0D3CC5E}"/>
              </a:ext>
            </a:extLst>
          </p:cNvPr>
          <p:cNvSpPr/>
          <p:nvPr/>
        </p:nvSpPr>
        <p:spPr>
          <a:xfrm>
            <a:off x="11198315" y="3202702"/>
            <a:ext cx="726643" cy="750011"/>
          </a:xfrm>
          <a:prstGeom prst="flowChartConnector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ea typeface="Calibri"/>
                <a:cs typeface="Calibri"/>
                <a:sym typeface="Calibri"/>
              </a:rPr>
              <a:t>y</a:t>
            </a:r>
            <a:r>
              <a:rPr lang="en-US" sz="2000" b="0" i="0" u="none" strike="noStrike" cap="none" baseline="-2500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2_true</a:t>
            </a:r>
            <a:endParaRPr sz="2000" b="0" i="0" u="none" strike="noStrike" cap="none" baseline="-25000">
              <a:solidFill>
                <a:schemeClr val="lt1"/>
              </a:solidFill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91A598F-892B-97A9-4157-BC67EA7F28DA}"/>
                  </a:ext>
                </a:extLst>
              </p:cNvPr>
              <p:cNvSpPr txBox="1"/>
              <p:nvPr/>
            </p:nvSpPr>
            <p:spPr>
              <a:xfrm>
                <a:off x="9600832" y="2601025"/>
                <a:ext cx="2193127" cy="5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lnSpc>
                    <a:spcPct val="11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𝑙𝑜𝑠𝑠</m:t>
                      </m:r>
                    </m:oMath>
                  </m:oMathPara>
                </a14:m>
                <a:endParaRPr lang="en-US" sz="2800" b="0" i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91A598F-892B-97A9-4157-BC67EA7F2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0832" y="2601025"/>
                <a:ext cx="2193127" cy="5878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Arrow: Right 79">
            <a:extLst>
              <a:ext uri="{FF2B5EF4-FFF2-40B4-BE49-F238E27FC236}">
                <a16:creationId xmlns:a16="http://schemas.microsoft.com/office/drawing/2014/main" id="{6B97AA43-EFA9-FEB9-DE63-99E0F1BBA340}"/>
              </a:ext>
            </a:extLst>
          </p:cNvPr>
          <p:cNvSpPr/>
          <p:nvPr/>
        </p:nvSpPr>
        <p:spPr>
          <a:xfrm rot="10800000">
            <a:off x="6096000" y="5522495"/>
            <a:ext cx="2562726" cy="5131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BC36125-FE24-DD6F-DCA6-51FF090EB831}"/>
              </a:ext>
            </a:extLst>
          </p:cNvPr>
          <p:cNvGrpSpPr/>
          <p:nvPr/>
        </p:nvGrpSpPr>
        <p:grpSpPr>
          <a:xfrm>
            <a:off x="4760677" y="499205"/>
            <a:ext cx="5233320" cy="4859969"/>
            <a:chOff x="4781202" y="311571"/>
            <a:chExt cx="6722937" cy="6243315"/>
          </a:xfrm>
        </p:grpSpPr>
        <p:grpSp>
          <p:nvGrpSpPr>
            <p:cNvPr id="82" name="Google Shape;534;p6">
              <a:extLst>
                <a:ext uri="{FF2B5EF4-FFF2-40B4-BE49-F238E27FC236}">
                  <a16:creationId xmlns:a16="http://schemas.microsoft.com/office/drawing/2014/main" id="{AD8C4D69-B718-6238-3F67-BF83C5B96103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88" name="Google Shape;535;p6">
                <a:extLst>
                  <a:ext uri="{FF2B5EF4-FFF2-40B4-BE49-F238E27FC236}">
                    <a16:creationId xmlns:a16="http://schemas.microsoft.com/office/drawing/2014/main" id="{F40A6A20-4C38-CB17-9022-DE50CE6E7BF7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536;p6">
                <a:extLst>
                  <a:ext uri="{FF2B5EF4-FFF2-40B4-BE49-F238E27FC236}">
                    <a16:creationId xmlns:a16="http://schemas.microsoft.com/office/drawing/2014/main" id="{1244AB12-89AF-DFA3-8579-C65C76574C26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537;p6">
                <a:extLst>
                  <a:ext uri="{FF2B5EF4-FFF2-40B4-BE49-F238E27FC236}">
                    <a16:creationId xmlns:a16="http://schemas.microsoft.com/office/drawing/2014/main" id="{289038DA-BA3A-5013-40C3-AF005AD20A94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538;p6">
                <a:extLst>
                  <a:ext uri="{FF2B5EF4-FFF2-40B4-BE49-F238E27FC236}">
                    <a16:creationId xmlns:a16="http://schemas.microsoft.com/office/drawing/2014/main" id="{CF9642FC-688A-8926-EF46-E17850080839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2" name="Google Shape;539;p6">
                <a:extLst>
                  <a:ext uri="{FF2B5EF4-FFF2-40B4-BE49-F238E27FC236}">
                    <a16:creationId xmlns:a16="http://schemas.microsoft.com/office/drawing/2014/main" id="{8C3BAF88-3BB6-6EE3-7F60-6ACBC682723F}"/>
                  </a:ext>
                </a:extLst>
              </p:cNvPr>
              <p:cNvCxnSpPr>
                <a:cxnSpLocks/>
                <a:stCxn id="88" idx="6"/>
                <a:endCxn id="106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541;p6">
                <a:extLst>
                  <a:ext uri="{FF2B5EF4-FFF2-40B4-BE49-F238E27FC236}">
                    <a16:creationId xmlns:a16="http://schemas.microsoft.com/office/drawing/2014/main" id="{21F9276E-697C-36E2-8FC2-FF38DE7B3A3D}"/>
                  </a:ext>
                </a:extLst>
              </p:cNvPr>
              <p:cNvCxnSpPr>
                <a:cxnSpLocks/>
                <a:stCxn id="89" idx="6"/>
                <a:endCxn id="107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4" name="Google Shape;543;p6">
                <a:extLst>
                  <a:ext uri="{FF2B5EF4-FFF2-40B4-BE49-F238E27FC236}">
                    <a16:creationId xmlns:a16="http://schemas.microsoft.com/office/drawing/2014/main" id="{48243359-8675-A483-A8F3-114C832F6EA7}"/>
                  </a:ext>
                </a:extLst>
              </p:cNvPr>
              <p:cNvCxnSpPr>
                <a:cxnSpLocks/>
                <a:stCxn id="90" idx="6"/>
                <a:endCxn id="108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5" name="Google Shape;545;p6">
                <a:extLst>
                  <a:ext uri="{FF2B5EF4-FFF2-40B4-BE49-F238E27FC236}">
                    <a16:creationId xmlns:a16="http://schemas.microsoft.com/office/drawing/2014/main" id="{E350BB9A-FE6B-E929-EA02-B74A9847118F}"/>
                  </a:ext>
                </a:extLst>
              </p:cNvPr>
              <p:cNvCxnSpPr>
                <a:cxnSpLocks/>
                <a:stCxn id="88" idx="6"/>
                <a:endCxn id="129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547;p6">
                <a:extLst>
                  <a:ext uri="{FF2B5EF4-FFF2-40B4-BE49-F238E27FC236}">
                    <a16:creationId xmlns:a16="http://schemas.microsoft.com/office/drawing/2014/main" id="{29CC4858-660F-E6AA-3DE7-B46D1147644C}"/>
                  </a:ext>
                </a:extLst>
              </p:cNvPr>
              <p:cNvCxnSpPr>
                <a:cxnSpLocks/>
                <a:stCxn id="88" idx="6"/>
                <a:endCxn id="107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7" name="Google Shape;548;p6">
                <a:extLst>
                  <a:ext uri="{FF2B5EF4-FFF2-40B4-BE49-F238E27FC236}">
                    <a16:creationId xmlns:a16="http://schemas.microsoft.com/office/drawing/2014/main" id="{777E52F0-E169-B457-33C2-03DABBE226C8}"/>
                  </a:ext>
                </a:extLst>
              </p:cNvPr>
              <p:cNvCxnSpPr>
                <a:cxnSpLocks/>
                <a:stCxn id="88" idx="6"/>
                <a:endCxn id="130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8" name="Google Shape;550;p6">
                <a:extLst>
                  <a:ext uri="{FF2B5EF4-FFF2-40B4-BE49-F238E27FC236}">
                    <a16:creationId xmlns:a16="http://schemas.microsoft.com/office/drawing/2014/main" id="{01313AE0-90E9-F5B9-4485-58AF0CD07064}"/>
                  </a:ext>
                </a:extLst>
              </p:cNvPr>
              <p:cNvCxnSpPr>
                <a:cxnSpLocks/>
                <a:stCxn id="89" idx="6"/>
                <a:endCxn id="106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9" name="Google Shape;551;p6">
                <a:extLst>
                  <a:ext uri="{FF2B5EF4-FFF2-40B4-BE49-F238E27FC236}">
                    <a16:creationId xmlns:a16="http://schemas.microsoft.com/office/drawing/2014/main" id="{C16CED6F-EA59-BA55-0EE9-25385A215062}"/>
                  </a:ext>
                </a:extLst>
              </p:cNvPr>
              <p:cNvCxnSpPr>
                <a:cxnSpLocks/>
                <a:stCxn id="89" idx="6"/>
                <a:endCxn id="129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0" name="Google Shape;552;p6">
                <a:extLst>
                  <a:ext uri="{FF2B5EF4-FFF2-40B4-BE49-F238E27FC236}">
                    <a16:creationId xmlns:a16="http://schemas.microsoft.com/office/drawing/2014/main" id="{488220CE-CC06-0C77-2EA5-7542DD4D3538}"/>
                  </a:ext>
                </a:extLst>
              </p:cNvPr>
              <p:cNvCxnSpPr>
                <a:cxnSpLocks/>
                <a:stCxn id="89" idx="6"/>
                <a:endCxn id="108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" name="Google Shape;553;p6">
                <a:extLst>
                  <a:ext uri="{FF2B5EF4-FFF2-40B4-BE49-F238E27FC236}">
                    <a16:creationId xmlns:a16="http://schemas.microsoft.com/office/drawing/2014/main" id="{4EABDCA5-9ACE-47C7-878D-79BD7EB9C10D}"/>
                  </a:ext>
                </a:extLst>
              </p:cNvPr>
              <p:cNvCxnSpPr>
                <a:cxnSpLocks/>
                <a:stCxn id="89" idx="6"/>
                <a:endCxn id="130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" name="Google Shape;554;p6">
                <a:extLst>
                  <a:ext uri="{FF2B5EF4-FFF2-40B4-BE49-F238E27FC236}">
                    <a16:creationId xmlns:a16="http://schemas.microsoft.com/office/drawing/2014/main" id="{791F6D65-8A23-190B-AF31-DB7E04B35B4E}"/>
                  </a:ext>
                </a:extLst>
              </p:cNvPr>
              <p:cNvCxnSpPr>
                <a:cxnSpLocks/>
                <a:stCxn id="90" idx="6"/>
                <a:endCxn id="129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" name="Google Shape;555;p6">
                <a:extLst>
                  <a:ext uri="{FF2B5EF4-FFF2-40B4-BE49-F238E27FC236}">
                    <a16:creationId xmlns:a16="http://schemas.microsoft.com/office/drawing/2014/main" id="{AA39BD7C-68BA-3DB4-E815-6161BDDEAC52}"/>
                  </a:ext>
                </a:extLst>
              </p:cNvPr>
              <p:cNvCxnSpPr>
                <a:cxnSpLocks/>
                <a:stCxn id="90" idx="6"/>
                <a:endCxn id="106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" name="Google Shape;556;p6">
                <a:extLst>
                  <a:ext uri="{FF2B5EF4-FFF2-40B4-BE49-F238E27FC236}">
                    <a16:creationId xmlns:a16="http://schemas.microsoft.com/office/drawing/2014/main" id="{1A3D1218-8CB7-D0F9-1ABA-D9BF516C7196}"/>
                  </a:ext>
                </a:extLst>
              </p:cNvPr>
              <p:cNvCxnSpPr>
                <a:cxnSpLocks/>
                <a:stCxn id="90" idx="6"/>
                <a:endCxn id="107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5" name="Google Shape;557;p6">
                <a:extLst>
                  <a:ext uri="{FF2B5EF4-FFF2-40B4-BE49-F238E27FC236}">
                    <a16:creationId xmlns:a16="http://schemas.microsoft.com/office/drawing/2014/main" id="{57B79A65-535F-FC1B-62A4-57E00C0EBCF2}"/>
                  </a:ext>
                </a:extLst>
              </p:cNvPr>
              <p:cNvCxnSpPr>
                <a:cxnSpLocks/>
                <a:stCxn id="90" idx="6"/>
                <a:endCxn id="130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06" name="Google Shape;540;p6">
                <a:extLst>
                  <a:ext uri="{FF2B5EF4-FFF2-40B4-BE49-F238E27FC236}">
                    <a16:creationId xmlns:a16="http://schemas.microsoft.com/office/drawing/2014/main" id="{0871980B-3612-F069-2507-BBFEDEBDF1AB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542;p6">
                <a:extLst>
                  <a:ext uri="{FF2B5EF4-FFF2-40B4-BE49-F238E27FC236}">
                    <a16:creationId xmlns:a16="http://schemas.microsoft.com/office/drawing/2014/main" id="{EBA134C5-6A0B-5854-738B-914BF9E05443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544;p6">
                <a:extLst>
                  <a:ext uri="{FF2B5EF4-FFF2-40B4-BE49-F238E27FC236}">
                    <a16:creationId xmlns:a16="http://schemas.microsoft.com/office/drawing/2014/main" id="{5FEE58C7-4FE2-F260-1912-3151F0E84762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558;p6">
                <a:extLst>
                  <a:ext uri="{FF2B5EF4-FFF2-40B4-BE49-F238E27FC236}">
                    <a16:creationId xmlns:a16="http://schemas.microsoft.com/office/drawing/2014/main" id="{000E8C5B-DF63-10AF-E557-D7CDE869FE0D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559;p6">
                <a:extLst>
                  <a:ext uri="{FF2B5EF4-FFF2-40B4-BE49-F238E27FC236}">
                    <a16:creationId xmlns:a16="http://schemas.microsoft.com/office/drawing/2014/main" id="{EF2E8FFD-5BC5-5DFB-B53C-1280645A89BC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560;p6">
                <a:extLst>
                  <a:ext uri="{FF2B5EF4-FFF2-40B4-BE49-F238E27FC236}">
                    <a16:creationId xmlns:a16="http://schemas.microsoft.com/office/drawing/2014/main" id="{BF9879F0-FEEF-6FCD-BD61-290B36E603E2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561;p6">
                <a:extLst>
                  <a:ext uri="{FF2B5EF4-FFF2-40B4-BE49-F238E27FC236}">
                    <a16:creationId xmlns:a16="http://schemas.microsoft.com/office/drawing/2014/main" id="{666F2191-82DA-39A8-A074-04FCB6612021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562;p6">
                <a:extLst>
                  <a:ext uri="{FF2B5EF4-FFF2-40B4-BE49-F238E27FC236}">
                    <a16:creationId xmlns:a16="http://schemas.microsoft.com/office/drawing/2014/main" id="{43D6E91B-D472-14BF-BF8F-180027C5974D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4" name="Google Shape;563;p6">
                <a:extLst>
                  <a:ext uri="{FF2B5EF4-FFF2-40B4-BE49-F238E27FC236}">
                    <a16:creationId xmlns:a16="http://schemas.microsoft.com/office/drawing/2014/main" id="{51C5E181-9838-A8CA-87F0-4EA35491CE16}"/>
                  </a:ext>
                </a:extLst>
              </p:cNvPr>
              <p:cNvCxnSpPr>
                <a:cxnSpLocks/>
                <a:stCxn id="106" idx="6"/>
                <a:endCxn id="110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" name="Google Shape;564;p6">
                <a:extLst>
                  <a:ext uri="{FF2B5EF4-FFF2-40B4-BE49-F238E27FC236}">
                    <a16:creationId xmlns:a16="http://schemas.microsoft.com/office/drawing/2014/main" id="{FC242674-792F-8F88-C7F8-3D0ADB902179}"/>
                  </a:ext>
                </a:extLst>
              </p:cNvPr>
              <p:cNvCxnSpPr>
                <a:cxnSpLocks/>
                <a:stCxn id="107" idx="6"/>
                <a:endCxn id="111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" name="Google Shape;565;p6">
                <a:extLst>
                  <a:ext uri="{FF2B5EF4-FFF2-40B4-BE49-F238E27FC236}">
                    <a16:creationId xmlns:a16="http://schemas.microsoft.com/office/drawing/2014/main" id="{3C860F6B-4912-394C-B054-1272519DF778}"/>
                  </a:ext>
                </a:extLst>
              </p:cNvPr>
              <p:cNvCxnSpPr>
                <a:cxnSpLocks/>
                <a:stCxn id="108" idx="6"/>
                <a:endCxn id="112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" name="Google Shape;566;p6">
                <a:extLst>
                  <a:ext uri="{FF2B5EF4-FFF2-40B4-BE49-F238E27FC236}">
                    <a16:creationId xmlns:a16="http://schemas.microsoft.com/office/drawing/2014/main" id="{C6C0B138-C76B-C906-68B1-0BA573C841E9}"/>
                  </a:ext>
                </a:extLst>
              </p:cNvPr>
              <p:cNvCxnSpPr>
                <a:cxnSpLocks/>
                <a:stCxn id="106" idx="6"/>
                <a:endCxn id="109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" name="Google Shape;567;p6">
                <a:extLst>
                  <a:ext uri="{FF2B5EF4-FFF2-40B4-BE49-F238E27FC236}">
                    <a16:creationId xmlns:a16="http://schemas.microsoft.com/office/drawing/2014/main" id="{1CB05A98-5D70-371E-1E72-2B5A8CC876E4}"/>
                  </a:ext>
                </a:extLst>
              </p:cNvPr>
              <p:cNvCxnSpPr>
                <a:cxnSpLocks/>
                <a:stCxn id="106" idx="6"/>
                <a:endCxn id="111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" name="Google Shape;568;p6">
                <a:extLst>
                  <a:ext uri="{FF2B5EF4-FFF2-40B4-BE49-F238E27FC236}">
                    <a16:creationId xmlns:a16="http://schemas.microsoft.com/office/drawing/2014/main" id="{9A6F72A6-7909-7AD8-519E-A29FF596EB4D}"/>
                  </a:ext>
                </a:extLst>
              </p:cNvPr>
              <p:cNvCxnSpPr>
                <a:cxnSpLocks/>
                <a:stCxn id="106" idx="6"/>
                <a:endCxn id="112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" name="Google Shape;569;p6">
                <a:extLst>
                  <a:ext uri="{FF2B5EF4-FFF2-40B4-BE49-F238E27FC236}">
                    <a16:creationId xmlns:a16="http://schemas.microsoft.com/office/drawing/2014/main" id="{53CA5A04-F24B-876E-5A1B-39F7D4428295}"/>
                  </a:ext>
                </a:extLst>
              </p:cNvPr>
              <p:cNvCxnSpPr>
                <a:cxnSpLocks/>
                <a:stCxn id="106" idx="6"/>
                <a:endCxn id="113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" name="Google Shape;570;p6">
                <a:extLst>
                  <a:ext uri="{FF2B5EF4-FFF2-40B4-BE49-F238E27FC236}">
                    <a16:creationId xmlns:a16="http://schemas.microsoft.com/office/drawing/2014/main" id="{AD703C6A-5823-6998-FD18-CFBC53D68334}"/>
                  </a:ext>
                </a:extLst>
              </p:cNvPr>
              <p:cNvCxnSpPr>
                <a:cxnSpLocks/>
                <a:stCxn id="107" idx="6"/>
                <a:endCxn id="110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" name="Google Shape;571;p6">
                <a:extLst>
                  <a:ext uri="{FF2B5EF4-FFF2-40B4-BE49-F238E27FC236}">
                    <a16:creationId xmlns:a16="http://schemas.microsoft.com/office/drawing/2014/main" id="{3672C8F1-4F06-3200-C016-9DBC42DBB275}"/>
                  </a:ext>
                </a:extLst>
              </p:cNvPr>
              <p:cNvCxnSpPr>
                <a:cxnSpLocks/>
                <a:stCxn id="107" idx="6"/>
                <a:endCxn id="109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3" name="Google Shape;572;p6">
                <a:extLst>
                  <a:ext uri="{FF2B5EF4-FFF2-40B4-BE49-F238E27FC236}">
                    <a16:creationId xmlns:a16="http://schemas.microsoft.com/office/drawing/2014/main" id="{1BB3315E-336E-AC51-873D-468657879FA4}"/>
                  </a:ext>
                </a:extLst>
              </p:cNvPr>
              <p:cNvCxnSpPr>
                <a:cxnSpLocks/>
                <a:stCxn id="107" idx="6"/>
                <a:endCxn id="112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4" name="Google Shape;573;p6">
                <a:extLst>
                  <a:ext uri="{FF2B5EF4-FFF2-40B4-BE49-F238E27FC236}">
                    <a16:creationId xmlns:a16="http://schemas.microsoft.com/office/drawing/2014/main" id="{2C35AFD8-98B5-F96A-60B7-7FA834BAFAE6}"/>
                  </a:ext>
                </a:extLst>
              </p:cNvPr>
              <p:cNvCxnSpPr>
                <a:cxnSpLocks/>
                <a:stCxn id="107" idx="6"/>
                <a:endCxn id="113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5" name="Google Shape;574;p6">
                <a:extLst>
                  <a:ext uri="{FF2B5EF4-FFF2-40B4-BE49-F238E27FC236}">
                    <a16:creationId xmlns:a16="http://schemas.microsoft.com/office/drawing/2014/main" id="{A84FF700-1EAC-7174-D516-B103C3D9ECDB}"/>
                  </a:ext>
                </a:extLst>
              </p:cNvPr>
              <p:cNvCxnSpPr>
                <a:cxnSpLocks/>
                <a:stCxn id="108" idx="6"/>
                <a:endCxn id="109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6" name="Google Shape;575;p6">
                <a:extLst>
                  <a:ext uri="{FF2B5EF4-FFF2-40B4-BE49-F238E27FC236}">
                    <a16:creationId xmlns:a16="http://schemas.microsoft.com/office/drawing/2014/main" id="{2BFDCA0F-573A-53F7-7F98-89CE19E68133}"/>
                  </a:ext>
                </a:extLst>
              </p:cNvPr>
              <p:cNvCxnSpPr>
                <a:cxnSpLocks/>
                <a:stCxn id="108" idx="6"/>
                <a:endCxn id="110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7" name="Google Shape;576;p6">
                <a:extLst>
                  <a:ext uri="{FF2B5EF4-FFF2-40B4-BE49-F238E27FC236}">
                    <a16:creationId xmlns:a16="http://schemas.microsoft.com/office/drawing/2014/main" id="{B911E57E-5CBD-33B5-7E30-96A21C86E513}"/>
                  </a:ext>
                </a:extLst>
              </p:cNvPr>
              <p:cNvCxnSpPr>
                <a:cxnSpLocks/>
                <a:stCxn id="108" idx="6"/>
                <a:endCxn id="111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577;p6">
                <a:extLst>
                  <a:ext uri="{FF2B5EF4-FFF2-40B4-BE49-F238E27FC236}">
                    <a16:creationId xmlns:a16="http://schemas.microsoft.com/office/drawing/2014/main" id="{102202FA-5542-701F-E9A7-70EDADA40864}"/>
                  </a:ext>
                </a:extLst>
              </p:cNvPr>
              <p:cNvCxnSpPr>
                <a:cxnSpLocks/>
                <a:stCxn id="108" idx="6"/>
                <a:endCxn id="113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29" name="Google Shape;546;p6">
                <a:extLst>
                  <a:ext uri="{FF2B5EF4-FFF2-40B4-BE49-F238E27FC236}">
                    <a16:creationId xmlns:a16="http://schemas.microsoft.com/office/drawing/2014/main" id="{0343C78A-4C64-882E-CCA0-535C75CC8994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549;p6">
                <a:extLst>
                  <a:ext uri="{FF2B5EF4-FFF2-40B4-BE49-F238E27FC236}">
                    <a16:creationId xmlns:a16="http://schemas.microsoft.com/office/drawing/2014/main" id="{3AA198CE-7BDE-1B2B-C9A3-CCBB5374FD1A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" name="Google Shape;578;p6">
                <a:extLst>
                  <a:ext uri="{FF2B5EF4-FFF2-40B4-BE49-F238E27FC236}">
                    <a16:creationId xmlns:a16="http://schemas.microsoft.com/office/drawing/2014/main" id="{93F396C0-10A4-1394-5A48-C155E38CA28E}"/>
                  </a:ext>
                </a:extLst>
              </p:cNvPr>
              <p:cNvCxnSpPr>
                <a:cxnSpLocks/>
                <a:stCxn id="129" idx="6"/>
                <a:endCxn id="109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" name="Google Shape;579;p6">
                <a:extLst>
                  <a:ext uri="{FF2B5EF4-FFF2-40B4-BE49-F238E27FC236}">
                    <a16:creationId xmlns:a16="http://schemas.microsoft.com/office/drawing/2014/main" id="{0E521E3B-F20C-3C00-3FC3-1C3B91B96870}"/>
                  </a:ext>
                </a:extLst>
              </p:cNvPr>
              <p:cNvCxnSpPr>
                <a:cxnSpLocks/>
                <a:stCxn id="129" idx="6"/>
                <a:endCxn id="110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" name="Google Shape;580;p6">
                <a:extLst>
                  <a:ext uri="{FF2B5EF4-FFF2-40B4-BE49-F238E27FC236}">
                    <a16:creationId xmlns:a16="http://schemas.microsoft.com/office/drawing/2014/main" id="{88ACF632-A0B9-3610-9071-D47B31F83AD9}"/>
                  </a:ext>
                </a:extLst>
              </p:cNvPr>
              <p:cNvCxnSpPr>
                <a:cxnSpLocks/>
                <a:stCxn id="129" idx="6"/>
                <a:endCxn id="111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581;p6">
                <a:extLst>
                  <a:ext uri="{FF2B5EF4-FFF2-40B4-BE49-F238E27FC236}">
                    <a16:creationId xmlns:a16="http://schemas.microsoft.com/office/drawing/2014/main" id="{50F2E32F-ABBC-7091-2A04-9E115C3CF060}"/>
                  </a:ext>
                </a:extLst>
              </p:cNvPr>
              <p:cNvCxnSpPr>
                <a:cxnSpLocks/>
                <a:stCxn id="129" idx="6"/>
                <a:endCxn id="112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5" name="Google Shape;582;p6">
                <a:extLst>
                  <a:ext uri="{FF2B5EF4-FFF2-40B4-BE49-F238E27FC236}">
                    <a16:creationId xmlns:a16="http://schemas.microsoft.com/office/drawing/2014/main" id="{C46E2ECD-B7A6-5C35-D91A-054B3F91A102}"/>
                  </a:ext>
                </a:extLst>
              </p:cNvPr>
              <p:cNvCxnSpPr>
                <a:cxnSpLocks/>
                <a:stCxn id="129" idx="6"/>
                <a:endCxn id="113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6" name="Google Shape;583;p6">
                <a:extLst>
                  <a:ext uri="{FF2B5EF4-FFF2-40B4-BE49-F238E27FC236}">
                    <a16:creationId xmlns:a16="http://schemas.microsoft.com/office/drawing/2014/main" id="{D8C78AC7-28B0-AD00-7957-1E1A2D4E6461}"/>
                  </a:ext>
                </a:extLst>
              </p:cNvPr>
              <p:cNvCxnSpPr>
                <a:cxnSpLocks/>
                <a:stCxn id="130" idx="6"/>
                <a:endCxn id="113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7" name="Google Shape;584;p6">
                <a:extLst>
                  <a:ext uri="{FF2B5EF4-FFF2-40B4-BE49-F238E27FC236}">
                    <a16:creationId xmlns:a16="http://schemas.microsoft.com/office/drawing/2014/main" id="{5A3C8588-5051-92C4-4078-BAC9945A51DD}"/>
                  </a:ext>
                </a:extLst>
              </p:cNvPr>
              <p:cNvCxnSpPr>
                <a:cxnSpLocks/>
                <a:stCxn id="130" idx="6"/>
                <a:endCxn id="112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8" name="Google Shape;585;p6">
                <a:extLst>
                  <a:ext uri="{FF2B5EF4-FFF2-40B4-BE49-F238E27FC236}">
                    <a16:creationId xmlns:a16="http://schemas.microsoft.com/office/drawing/2014/main" id="{41C4F556-8E42-7995-7CD5-7155CB619499}"/>
                  </a:ext>
                </a:extLst>
              </p:cNvPr>
              <p:cNvCxnSpPr>
                <a:cxnSpLocks/>
                <a:stCxn id="130" idx="6"/>
                <a:endCxn id="111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" name="Google Shape;586;p6">
                <a:extLst>
                  <a:ext uri="{FF2B5EF4-FFF2-40B4-BE49-F238E27FC236}">
                    <a16:creationId xmlns:a16="http://schemas.microsoft.com/office/drawing/2014/main" id="{E536C776-37BD-181C-637C-9BE6CE4F040E}"/>
                  </a:ext>
                </a:extLst>
              </p:cNvPr>
              <p:cNvCxnSpPr>
                <a:cxnSpLocks/>
                <a:stCxn id="130" idx="6"/>
                <a:endCxn id="110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" name="Google Shape;587;p6">
                <a:extLst>
                  <a:ext uri="{FF2B5EF4-FFF2-40B4-BE49-F238E27FC236}">
                    <a16:creationId xmlns:a16="http://schemas.microsoft.com/office/drawing/2014/main" id="{DACCDA5B-3987-070F-21B5-40356352F66F}"/>
                  </a:ext>
                </a:extLst>
              </p:cNvPr>
              <p:cNvCxnSpPr>
                <a:cxnSpLocks/>
                <a:stCxn id="130" idx="6"/>
                <a:endCxn id="109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1" name="Google Shape;588;p6">
                <a:extLst>
                  <a:ext uri="{FF2B5EF4-FFF2-40B4-BE49-F238E27FC236}">
                    <a16:creationId xmlns:a16="http://schemas.microsoft.com/office/drawing/2014/main" id="{A3B74C89-196C-F391-278F-28A136251A58}"/>
                  </a:ext>
                </a:extLst>
              </p:cNvPr>
              <p:cNvCxnSpPr>
                <a:cxnSpLocks/>
                <a:stCxn id="109" idx="6"/>
                <a:endCxn id="91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2" name="Google Shape;589;p6">
                <a:extLst>
                  <a:ext uri="{FF2B5EF4-FFF2-40B4-BE49-F238E27FC236}">
                    <a16:creationId xmlns:a16="http://schemas.microsoft.com/office/drawing/2014/main" id="{0E05A9EB-FD32-5BB4-211A-0C2CA1EDD752}"/>
                  </a:ext>
                </a:extLst>
              </p:cNvPr>
              <p:cNvCxnSpPr>
                <a:cxnSpLocks/>
                <a:stCxn id="110" idx="6"/>
                <a:endCxn id="91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3" name="Google Shape;590;p6">
                <a:extLst>
                  <a:ext uri="{FF2B5EF4-FFF2-40B4-BE49-F238E27FC236}">
                    <a16:creationId xmlns:a16="http://schemas.microsoft.com/office/drawing/2014/main" id="{4130F82F-2240-513C-1F37-23D69D6079F9}"/>
                  </a:ext>
                </a:extLst>
              </p:cNvPr>
              <p:cNvCxnSpPr>
                <a:cxnSpLocks/>
                <a:stCxn id="111" idx="6"/>
                <a:endCxn id="91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4" name="Google Shape;591;p6">
                <a:extLst>
                  <a:ext uri="{FF2B5EF4-FFF2-40B4-BE49-F238E27FC236}">
                    <a16:creationId xmlns:a16="http://schemas.microsoft.com/office/drawing/2014/main" id="{6E79EDA8-1CA4-A9B1-9286-5AA077C14BE4}"/>
                  </a:ext>
                </a:extLst>
              </p:cNvPr>
              <p:cNvCxnSpPr>
                <a:cxnSpLocks/>
                <a:stCxn id="112" idx="6"/>
                <a:endCxn id="91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5" name="Google Shape;592;p6">
                <a:extLst>
                  <a:ext uri="{FF2B5EF4-FFF2-40B4-BE49-F238E27FC236}">
                    <a16:creationId xmlns:a16="http://schemas.microsoft.com/office/drawing/2014/main" id="{E8291A08-049B-CE51-54F6-7039D131D01C}"/>
                  </a:ext>
                </a:extLst>
              </p:cNvPr>
              <p:cNvCxnSpPr>
                <a:cxnSpLocks/>
                <a:stCxn id="113" idx="6"/>
                <a:endCxn id="91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46" name="Google Shape;593;p6">
                <a:extLst>
                  <a:ext uri="{FF2B5EF4-FFF2-40B4-BE49-F238E27FC236}">
                    <a16:creationId xmlns:a16="http://schemas.microsoft.com/office/drawing/2014/main" id="{66480C35-D543-ECFC-47C1-9EDA9D402ACB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7" name="Google Shape;594;p6">
                <a:extLst>
                  <a:ext uri="{FF2B5EF4-FFF2-40B4-BE49-F238E27FC236}">
                    <a16:creationId xmlns:a16="http://schemas.microsoft.com/office/drawing/2014/main" id="{AEB5E49A-110C-399A-5FC9-78ED90E556C3}"/>
                  </a:ext>
                </a:extLst>
              </p:cNvPr>
              <p:cNvCxnSpPr>
                <a:cxnSpLocks/>
                <a:stCxn id="110" idx="6"/>
                <a:endCxn id="146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8" name="Google Shape;595;p6">
                <a:extLst>
                  <a:ext uri="{FF2B5EF4-FFF2-40B4-BE49-F238E27FC236}">
                    <a16:creationId xmlns:a16="http://schemas.microsoft.com/office/drawing/2014/main" id="{132B109D-B830-8489-A91E-1F723139D5E4}"/>
                  </a:ext>
                </a:extLst>
              </p:cNvPr>
              <p:cNvCxnSpPr>
                <a:cxnSpLocks/>
                <a:stCxn id="111" idx="6"/>
                <a:endCxn id="146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0" name="Google Shape;596;p6">
                <a:extLst>
                  <a:ext uri="{FF2B5EF4-FFF2-40B4-BE49-F238E27FC236}">
                    <a16:creationId xmlns:a16="http://schemas.microsoft.com/office/drawing/2014/main" id="{FA1EC018-19C1-3683-1803-E1056F79D9EA}"/>
                  </a:ext>
                </a:extLst>
              </p:cNvPr>
              <p:cNvCxnSpPr>
                <a:cxnSpLocks/>
                <a:stCxn id="112" idx="6"/>
                <a:endCxn id="146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1" name="Google Shape;597;p6">
                <a:extLst>
                  <a:ext uri="{FF2B5EF4-FFF2-40B4-BE49-F238E27FC236}">
                    <a16:creationId xmlns:a16="http://schemas.microsoft.com/office/drawing/2014/main" id="{2E18CE33-2C14-6FA4-E7A8-18A668445463}"/>
                  </a:ext>
                </a:extLst>
              </p:cNvPr>
              <p:cNvCxnSpPr>
                <a:cxnSpLocks/>
                <a:stCxn id="113" idx="6"/>
                <a:endCxn id="146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2" name="Google Shape;598;p6">
                <a:extLst>
                  <a:ext uri="{FF2B5EF4-FFF2-40B4-BE49-F238E27FC236}">
                    <a16:creationId xmlns:a16="http://schemas.microsoft.com/office/drawing/2014/main" id="{10D8E59A-471F-46D6-259F-8410F1547150}"/>
                  </a:ext>
                </a:extLst>
              </p:cNvPr>
              <p:cNvCxnSpPr>
                <a:cxnSpLocks/>
                <a:stCxn id="109" idx="6"/>
                <a:endCxn id="146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3" name="Google Shape;599;p6">
                <a:extLst>
                  <a:ext uri="{FF2B5EF4-FFF2-40B4-BE49-F238E27FC236}">
                    <a16:creationId xmlns:a16="http://schemas.microsoft.com/office/drawing/2014/main" id="{035E9BDA-0FC7-B842-743F-1ED9D160C92E}"/>
                  </a:ext>
                </a:extLst>
              </p:cNvPr>
              <p:cNvCxnSpPr>
                <a:cxnSpLocks/>
                <a:stCxn id="88" idx="6"/>
                <a:endCxn id="108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83" name="Google Shape;600;p6">
              <a:extLst>
                <a:ext uri="{FF2B5EF4-FFF2-40B4-BE49-F238E27FC236}">
                  <a16:creationId xmlns:a16="http://schemas.microsoft.com/office/drawing/2014/main" id="{784DC206-431E-08F1-19D9-CD6145B725B7}"/>
                </a:ext>
              </a:extLst>
            </p:cNvPr>
            <p:cNvSpPr txBox="1"/>
            <p:nvPr/>
          </p:nvSpPr>
          <p:spPr>
            <a:xfrm rot="18475899">
              <a:off x="5529819" y="953524"/>
              <a:ext cx="1036522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601;p6">
              <a:extLst>
                <a:ext uri="{FF2B5EF4-FFF2-40B4-BE49-F238E27FC236}">
                  <a16:creationId xmlns:a16="http://schemas.microsoft.com/office/drawing/2014/main" id="{136EB575-B478-5ED1-594F-C3042AC8BC02}"/>
                </a:ext>
              </a:extLst>
            </p:cNvPr>
            <p:cNvSpPr txBox="1"/>
            <p:nvPr/>
          </p:nvSpPr>
          <p:spPr>
            <a:xfrm rot="18475899">
              <a:off x="5513650" y="1904305"/>
              <a:ext cx="1120466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sz="2000">
                <a:solidFill>
                  <a:srgbClr val="FF0000"/>
                </a:solidFill>
              </a:endParaRPr>
            </a:p>
          </p:txBody>
        </p:sp>
        <p:sp>
          <p:nvSpPr>
            <p:cNvPr id="85" name="Google Shape;602;p6">
              <a:extLst>
                <a:ext uri="{FF2B5EF4-FFF2-40B4-BE49-F238E27FC236}">
                  <a16:creationId xmlns:a16="http://schemas.microsoft.com/office/drawing/2014/main" id="{089931FA-5E90-D233-5133-FC48E1573B00}"/>
                </a:ext>
              </a:extLst>
            </p:cNvPr>
            <p:cNvSpPr txBox="1"/>
            <p:nvPr/>
          </p:nvSpPr>
          <p:spPr>
            <a:xfrm rot="18475899">
              <a:off x="5569098" y="5260339"/>
              <a:ext cx="832643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600;p6">
              <a:extLst>
                <a:ext uri="{FF2B5EF4-FFF2-40B4-BE49-F238E27FC236}">
                  <a16:creationId xmlns:a16="http://schemas.microsoft.com/office/drawing/2014/main" id="{9EA8878B-C4B9-6BC9-A9D7-BD37D868B359}"/>
                </a:ext>
              </a:extLst>
            </p:cNvPr>
            <p:cNvSpPr txBox="1"/>
            <p:nvPr/>
          </p:nvSpPr>
          <p:spPr>
            <a:xfrm rot="18475899">
              <a:off x="7620143" y="669965"/>
              <a:ext cx="1117620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601;p6">
              <a:extLst>
                <a:ext uri="{FF2B5EF4-FFF2-40B4-BE49-F238E27FC236}">
                  <a16:creationId xmlns:a16="http://schemas.microsoft.com/office/drawing/2014/main" id="{3075128C-E13D-44DA-9AA5-7F0214EB8D2F}"/>
                </a:ext>
              </a:extLst>
            </p:cNvPr>
            <p:cNvSpPr txBox="1"/>
            <p:nvPr/>
          </p:nvSpPr>
          <p:spPr>
            <a:xfrm rot="18475899">
              <a:off x="7615844" y="1645045"/>
              <a:ext cx="1139951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sz="2000">
                <a:solidFill>
                  <a:srgbClr val="FF0000"/>
                </a:solidFill>
              </a:endParaRPr>
            </a:p>
          </p:txBody>
        </p:sp>
      </p:grpSp>
      <p:sp>
        <p:nvSpPr>
          <p:cNvPr id="154" name="Content Placeholder 2">
            <a:extLst>
              <a:ext uri="{FF2B5EF4-FFF2-40B4-BE49-F238E27FC236}">
                <a16:creationId xmlns:a16="http://schemas.microsoft.com/office/drawing/2014/main" id="{2AFC0E0C-8B34-4848-7D73-15C00F360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Learn</a:t>
            </a:r>
          </a:p>
          <a:p>
            <a:r>
              <a:rPr lang="en-US"/>
              <a:t>Fit </a:t>
            </a:r>
          </a:p>
          <a:p>
            <a:r>
              <a:rPr lang="en-US"/>
              <a:t>Train</a:t>
            </a:r>
          </a:p>
          <a:p>
            <a:r>
              <a:rPr lang="en-US"/>
              <a:t>Back propagation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49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0434-8875-9B0A-B007-2AD9318B9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0174C-49F6-6BE3-1922-30D585379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 pass</a:t>
            </a:r>
          </a:p>
          <a:p>
            <a:r>
              <a:rPr lang="en-US" dirty="0"/>
              <a:t>Inference</a:t>
            </a:r>
          </a:p>
          <a:p>
            <a:r>
              <a:rPr lang="en-US" dirty="0"/>
              <a:t>Test</a:t>
            </a:r>
          </a:p>
          <a:p>
            <a:r>
              <a:rPr lang="en-US" dirty="0"/>
              <a:t>Validation</a:t>
            </a:r>
          </a:p>
          <a:p>
            <a:r>
              <a:rPr lang="en-US" dirty="0"/>
              <a:t>Deployment</a:t>
            </a:r>
          </a:p>
          <a:p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97A5EF2-C003-4D50-FA08-446329B34424}"/>
              </a:ext>
            </a:extLst>
          </p:cNvPr>
          <p:cNvSpPr/>
          <p:nvPr/>
        </p:nvSpPr>
        <p:spPr>
          <a:xfrm>
            <a:off x="6096000" y="5522495"/>
            <a:ext cx="2562726" cy="5131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0BF916-08BC-1C78-9769-655D28C5368F}"/>
              </a:ext>
            </a:extLst>
          </p:cNvPr>
          <p:cNvGrpSpPr/>
          <p:nvPr/>
        </p:nvGrpSpPr>
        <p:grpSpPr>
          <a:xfrm>
            <a:off x="4760677" y="499205"/>
            <a:ext cx="5233320" cy="4859969"/>
            <a:chOff x="4781202" y="311571"/>
            <a:chExt cx="6722937" cy="6243315"/>
          </a:xfrm>
        </p:grpSpPr>
        <p:grpSp>
          <p:nvGrpSpPr>
            <p:cNvPr id="6" name="Google Shape;534;p6">
              <a:extLst>
                <a:ext uri="{FF2B5EF4-FFF2-40B4-BE49-F238E27FC236}">
                  <a16:creationId xmlns:a16="http://schemas.microsoft.com/office/drawing/2014/main" id="{F557645E-CAC8-D8F7-CEC3-29CDCC24B22C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12" name="Google Shape;535;p6">
                <a:extLst>
                  <a:ext uri="{FF2B5EF4-FFF2-40B4-BE49-F238E27FC236}">
                    <a16:creationId xmlns:a16="http://schemas.microsoft.com/office/drawing/2014/main" id="{D6DE527A-18EA-1AA7-DDE9-1BD946AF8D2B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536;p6">
                <a:extLst>
                  <a:ext uri="{FF2B5EF4-FFF2-40B4-BE49-F238E27FC236}">
                    <a16:creationId xmlns:a16="http://schemas.microsoft.com/office/drawing/2014/main" id="{A36C3E90-D1BF-CC88-F559-932980A74A8E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537;p6">
                <a:extLst>
                  <a:ext uri="{FF2B5EF4-FFF2-40B4-BE49-F238E27FC236}">
                    <a16:creationId xmlns:a16="http://schemas.microsoft.com/office/drawing/2014/main" id="{081C7F73-E817-5E6D-8E51-7FABAE6D1822}"/>
                  </a:ext>
                </a:extLst>
              </p:cNvPr>
              <p:cNvSpPr/>
              <p:nvPr/>
            </p:nvSpPr>
            <p:spPr>
              <a:xfrm>
                <a:off x="2828000" y="620902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538;p6">
                <a:extLst>
                  <a:ext uri="{FF2B5EF4-FFF2-40B4-BE49-F238E27FC236}">
                    <a16:creationId xmlns:a16="http://schemas.microsoft.com/office/drawing/2014/main" id="{45A04506-5076-CD3F-38B1-DA6813F0838E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" name="Google Shape;539;p6">
                <a:extLst>
                  <a:ext uri="{FF2B5EF4-FFF2-40B4-BE49-F238E27FC236}">
                    <a16:creationId xmlns:a16="http://schemas.microsoft.com/office/drawing/2014/main" id="{B04C3853-E57E-F0EA-3948-D09E503D054B}"/>
                  </a:ext>
                </a:extLst>
              </p:cNvPr>
              <p:cNvCxnSpPr>
                <a:cxnSpLocks/>
                <a:stCxn id="12" idx="6"/>
                <a:endCxn id="30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41;p6">
                <a:extLst>
                  <a:ext uri="{FF2B5EF4-FFF2-40B4-BE49-F238E27FC236}">
                    <a16:creationId xmlns:a16="http://schemas.microsoft.com/office/drawing/2014/main" id="{426EDC4C-CA98-50D3-0546-13363D8907C4}"/>
                  </a:ext>
                </a:extLst>
              </p:cNvPr>
              <p:cNvCxnSpPr>
                <a:cxnSpLocks/>
                <a:stCxn id="13" idx="6"/>
                <a:endCxn id="31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43;p6">
                <a:extLst>
                  <a:ext uri="{FF2B5EF4-FFF2-40B4-BE49-F238E27FC236}">
                    <a16:creationId xmlns:a16="http://schemas.microsoft.com/office/drawing/2014/main" id="{3672171C-B91B-ABE3-57AE-50291976AA0F}"/>
                  </a:ext>
                </a:extLst>
              </p:cNvPr>
              <p:cNvCxnSpPr>
                <a:cxnSpLocks/>
                <a:stCxn id="14" idx="6"/>
                <a:endCxn id="32" idx="2"/>
              </p:cNvCxnSpPr>
              <p:nvPr/>
            </p:nvCxnSpPr>
            <p:spPr>
              <a:xfrm>
                <a:off x="3874633" y="6749174"/>
                <a:ext cx="11172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45;p6">
                <a:extLst>
                  <a:ext uri="{FF2B5EF4-FFF2-40B4-BE49-F238E27FC236}">
                    <a16:creationId xmlns:a16="http://schemas.microsoft.com/office/drawing/2014/main" id="{916921AC-3FB1-79A9-7DEE-CC4F4ADAFC04}"/>
                  </a:ext>
                </a:extLst>
              </p:cNvPr>
              <p:cNvCxnSpPr>
                <a:cxnSpLocks/>
                <a:stCxn id="12" idx="6"/>
                <a:endCxn id="53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47;p6">
                <a:extLst>
                  <a:ext uri="{FF2B5EF4-FFF2-40B4-BE49-F238E27FC236}">
                    <a16:creationId xmlns:a16="http://schemas.microsoft.com/office/drawing/2014/main" id="{E99B50F5-168B-B0EB-3E30-50C1214C7F05}"/>
                  </a:ext>
                </a:extLst>
              </p:cNvPr>
              <p:cNvCxnSpPr>
                <a:cxnSpLocks/>
                <a:stCxn id="12" idx="6"/>
                <a:endCxn id="31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48;p6">
                <a:extLst>
                  <a:ext uri="{FF2B5EF4-FFF2-40B4-BE49-F238E27FC236}">
                    <a16:creationId xmlns:a16="http://schemas.microsoft.com/office/drawing/2014/main" id="{B170D98E-B233-A903-820D-EB1866657D47}"/>
                  </a:ext>
                </a:extLst>
              </p:cNvPr>
              <p:cNvCxnSpPr>
                <a:cxnSpLocks/>
                <a:stCxn id="12" idx="6"/>
                <a:endCxn id="54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0;p6">
                <a:extLst>
                  <a:ext uri="{FF2B5EF4-FFF2-40B4-BE49-F238E27FC236}">
                    <a16:creationId xmlns:a16="http://schemas.microsoft.com/office/drawing/2014/main" id="{7BFE0C1C-6434-1931-5D1C-AF240C19DAE3}"/>
                  </a:ext>
                </a:extLst>
              </p:cNvPr>
              <p:cNvCxnSpPr>
                <a:cxnSpLocks/>
                <a:stCxn id="13" idx="6"/>
                <a:endCxn id="30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1;p6">
                <a:extLst>
                  <a:ext uri="{FF2B5EF4-FFF2-40B4-BE49-F238E27FC236}">
                    <a16:creationId xmlns:a16="http://schemas.microsoft.com/office/drawing/2014/main" id="{C5367148-9B64-7225-B306-88A8D1202416}"/>
                  </a:ext>
                </a:extLst>
              </p:cNvPr>
              <p:cNvCxnSpPr>
                <a:cxnSpLocks/>
                <a:stCxn id="13" idx="6"/>
                <a:endCxn id="53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2;p6">
                <a:extLst>
                  <a:ext uri="{FF2B5EF4-FFF2-40B4-BE49-F238E27FC236}">
                    <a16:creationId xmlns:a16="http://schemas.microsoft.com/office/drawing/2014/main" id="{2F28FE8C-B42F-729F-8575-CFFA71E5BF4D}"/>
                  </a:ext>
                </a:extLst>
              </p:cNvPr>
              <p:cNvCxnSpPr>
                <a:cxnSpLocks/>
                <a:stCxn id="13" idx="6"/>
                <a:endCxn id="32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5" name="Google Shape;553;p6">
                <a:extLst>
                  <a:ext uri="{FF2B5EF4-FFF2-40B4-BE49-F238E27FC236}">
                    <a16:creationId xmlns:a16="http://schemas.microsoft.com/office/drawing/2014/main" id="{6DABA9E6-539D-FEB7-22FB-E0D962ABDD78}"/>
                  </a:ext>
                </a:extLst>
              </p:cNvPr>
              <p:cNvCxnSpPr>
                <a:cxnSpLocks/>
                <a:stCxn id="13" idx="6"/>
                <a:endCxn id="54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" name="Google Shape;554;p6">
                <a:extLst>
                  <a:ext uri="{FF2B5EF4-FFF2-40B4-BE49-F238E27FC236}">
                    <a16:creationId xmlns:a16="http://schemas.microsoft.com/office/drawing/2014/main" id="{2A10028D-335C-7507-D013-57189630BDC7}"/>
                  </a:ext>
                </a:extLst>
              </p:cNvPr>
              <p:cNvCxnSpPr>
                <a:cxnSpLocks/>
                <a:stCxn id="14" idx="6"/>
                <a:endCxn id="53" idx="2"/>
              </p:cNvCxnSpPr>
              <p:nvPr/>
            </p:nvCxnSpPr>
            <p:spPr>
              <a:xfrm rot="10800000" flipH="1">
                <a:off x="3874633" y="2333474"/>
                <a:ext cx="1117200" cy="441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7" name="Google Shape;555;p6">
                <a:extLst>
                  <a:ext uri="{FF2B5EF4-FFF2-40B4-BE49-F238E27FC236}">
                    <a16:creationId xmlns:a16="http://schemas.microsoft.com/office/drawing/2014/main" id="{B3CCBB0E-3D68-31D3-B1A1-E1BFB9A198E9}"/>
                  </a:ext>
                </a:extLst>
              </p:cNvPr>
              <p:cNvCxnSpPr>
                <a:cxnSpLocks/>
                <a:stCxn id="14" idx="6"/>
                <a:endCxn id="30" idx="2"/>
              </p:cNvCxnSpPr>
              <p:nvPr/>
            </p:nvCxnSpPr>
            <p:spPr>
              <a:xfrm rot="10800000" flipH="1">
                <a:off x="3874633" y="3765674"/>
                <a:ext cx="1117200" cy="29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8" name="Google Shape;556;p6">
                <a:extLst>
                  <a:ext uri="{FF2B5EF4-FFF2-40B4-BE49-F238E27FC236}">
                    <a16:creationId xmlns:a16="http://schemas.microsoft.com/office/drawing/2014/main" id="{CFD20E44-20F1-6CF6-2EE1-077DB94AEFB8}"/>
                  </a:ext>
                </a:extLst>
              </p:cNvPr>
              <p:cNvCxnSpPr>
                <a:cxnSpLocks/>
                <a:stCxn id="14" idx="6"/>
                <a:endCxn id="31" idx="2"/>
              </p:cNvCxnSpPr>
              <p:nvPr/>
            </p:nvCxnSpPr>
            <p:spPr>
              <a:xfrm rot="10800000" flipH="1">
                <a:off x="3874633" y="5222474"/>
                <a:ext cx="1117200" cy="152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9" name="Google Shape;557;p6">
                <a:extLst>
                  <a:ext uri="{FF2B5EF4-FFF2-40B4-BE49-F238E27FC236}">
                    <a16:creationId xmlns:a16="http://schemas.microsoft.com/office/drawing/2014/main" id="{0B34EB3D-F667-D55F-AD7B-E272252ED057}"/>
                  </a:ext>
                </a:extLst>
              </p:cNvPr>
              <p:cNvCxnSpPr>
                <a:cxnSpLocks/>
                <a:stCxn id="14" idx="6"/>
                <a:endCxn id="54" idx="2"/>
              </p:cNvCxnSpPr>
              <p:nvPr/>
            </p:nvCxnSpPr>
            <p:spPr>
              <a:xfrm>
                <a:off x="3874633" y="6749174"/>
                <a:ext cx="1117200" cy="149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0" name="Google Shape;540;p6">
                <a:extLst>
                  <a:ext uri="{FF2B5EF4-FFF2-40B4-BE49-F238E27FC236}">
                    <a16:creationId xmlns:a16="http://schemas.microsoft.com/office/drawing/2014/main" id="{53FDE03E-D830-D204-243B-ACA47F7BD7A8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42;p6">
                <a:extLst>
                  <a:ext uri="{FF2B5EF4-FFF2-40B4-BE49-F238E27FC236}">
                    <a16:creationId xmlns:a16="http://schemas.microsoft.com/office/drawing/2014/main" id="{CC9A0F1A-A553-2DB8-6311-8AF202FCA802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44;p6">
                <a:extLst>
                  <a:ext uri="{FF2B5EF4-FFF2-40B4-BE49-F238E27FC236}">
                    <a16:creationId xmlns:a16="http://schemas.microsoft.com/office/drawing/2014/main" id="{8EFEBB5B-37A4-93B3-EA8D-FFBBBD1BF0B7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558;p6">
                <a:extLst>
                  <a:ext uri="{FF2B5EF4-FFF2-40B4-BE49-F238E27FC236}">
                    <a16:creationId xmlns:a16="http://schemas.microsoft.com/office/drawing/2014/main" id="{0BC48524-E851-392B-49B5-FD1BBAC8C4D7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559;p6">
                <a:extLst>
                  <a:ext uri="{FF2B5EF4-FFF2-40B4-BE49-F238E27FC236}">
                    <a16:creationId xmlns:a16="http://schemas.microsoft.com/office/drawing/2014/main" id="{344E141E-8D47-765C-4429-17A5260EE23F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560;p6">
                <a:extLst>
                  <a:ext uri="{FF2B5EF4-FFF2-40B4-BE49-F238E27FC236}">
                    <a16:creationId xmlns:a16="http://schemas.microsoft.com/office/drawing/2014/main" id="{0D1CBC99-0336-0674-09F2-0E5BB2C7E871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561;p6">
                <a:extLst>
                  <a:ext uri="{FF2B5EF4-FFF2-40B4-BE49-F238E27FC236}">
                    <a16:creationId xmlns:a16="http://schemas.microsoft.com/office/drawing/2014/main" id="{0ED704F9-714A-A882-242F-ADF11F78D391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562;p6">
                <a:extLst>
                  <a:ext uri="{FF2B5EF4-FFF2-40B4-BE49-F238E27FC236}">
                    <a16:creationId xmlns:a16="http://schemas.microsoft.com/office/drawing/2014/main" id="{2E916FF6-FD3A-AACF-05F1-F693221F418B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" name="Google Shape;563;p6">
                <a:extLst>
                  <a:ext uri="{FF2B5EF4-FFF2-40B4-BE49-F238E27FC236}">
                    <a16:creationId xmlns:a16="http://schemas.microsoft.com/office/drawing/2014/main" id="{31EC97B8-AB14-134E-2624-738B7FDFC4F5}"/>
                  </a:ext>
                </a:extLst>
              </p:cNvPr>
              <p:cNvCxnSpPr>
                <a:cxnSpLocks/>
                <a:stCxn id="30" idx="6"/>
                <a:endCxn id="34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4;p6">
                <a:extLst>
                  <a:ext uri="{FF2B5EF4-FFF2-40B4-BE49-F238E27FC236}">
                    <a16:creationId xmlns:a16="http://schemas.microsoft.com/office/drawing/2014/main" id="{2443F85F-E928-9580-1F9E-D28CD6AB9DC7}"/>
                  </a:ext>
                </a:extLst>
              </p:cNvPr>
              <p:cNvCxnSpPr>
                <a:cxnSpLocks/>
                <a:stCxn id="31" idx="6"/>
                <a:endCxn id="35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65;p6">
                <a:extLst>
                  <a:ext uri="{FF2B5EF4-FFF2-40B4-BE49-F238E27FC236}">
                    <a16:creationId xmlns:a16="http://schemas.microsoft.com/office/drawing/2014/main" id="{728748FB-0FAD-5937-C56D-A40BA8A3D447}"/>
                  </a:ext>
                </a:extLst>
              </p:cNvPr>
              <p:cNvCxnSpPr>
                <a:cxnSpLocks/>
                <a:stCxn id="32" idx="6"/>
                <a:endCxn id="36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66;p6">
                <a:extLst>
                  <a:ext uri="{FF2B5EF4-FFF2-40B4-BE49-F238E27FC236}">
                    <a16:creationId xmlns:a16="http://schemas.microsoft.com/office/drawing/2014/main" id="{166EA064-7DA6-A346-F758-244C8DD0A46C}"/>
                  </a:ext>
                </a:extLst>
              </p:cNvPr>
              <p:cNvCxnSpPr>
                <a:cxnSpLocks/>
                <a:stCxn id="30" idx="6"/>
                <a:endCxn id="33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67;p6">
                <a:extLst>
                  <a:ext uri="{FF2B5EF4-FFF2-40B4-BE49-F238E27FC236}">
                    <a16:creationId xmlns:a16="http://schemas.microsoft.com/office/drawing/2014/main" id="{2679BEC2-4423-530C-9DA6-CD911232982F}"/>
                  </a:ext>
                </a:extLst>
              </p:cNvPr>
              <p:cNvCxnSpPr>
                <a:cxnSpLocks/>
                <a:stCxn id="30" idx="6"/>
                <a:endCxn id="35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68;p6">
                <a:extLst>
                  <a:ext uri="{FF2B5EF4-FFF2-40B4-BE49-F238E27FC236}">
                    <a16:creationId xmlns:a16="http://schemas.microsoft.com/office/drawing/2014/main" id="{6C664D63-9B3A-8B7D-8CCE-E09A1C915BFD}"/>
                  </a:ext>
                </a:extLst>
              </p:cNvPr>
              <p:cNvCxnSpPr>
                <a:cxnSpLocks/>
                <a:stCxn id="30" idx="6"/>
                <a:endCxn id="36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69;p6">
                <a:extLst>
                  <a:ext uri="{FF2B5EF4-FFF2-40B4-BE49-F238E27FC236}">
                    <a16:creationId xmlns:a16="http://schemas.microsoft.com/office/drawing/2014/main" id="{49AB3D73-65ED-06C9-482C-9893218B6F6C}"/>
                  </a:ext>
                </a:extLst>
              </p:cNvPr>
              <p:cNvCxnSpPr>
                <a:cxnSpLocks/>
                <a:stCxn id="30" idx="6"/>
                <a:endCxn id="37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0;p6">
                <a:extLst>
                  <a:ext uri="{FF2B5EF4-FFF2-40B4-BE49-F238E27FC236}">
                    <a16:creationId xmlns:a16="http://schemas.microsoft.com/office/drawing/2014/main" id="{C36EDD96-E964-0BD8-0C50-AFC8099E9FDC}"/>
                  </a:ext>
                </a:extLst>
              </p:cNvPr>
              <p:cNvCxnSpPr>
                <a:cxnSpLocks/>
                <a:stCxn id="31" idx="6"/>
                <a:endCxn id="34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1;p6">
                <a:extLst>
                  <a:ext uri="{FF2B5EF4-FFF2-40B4-BE49-F238E27FC236}">
                    <a16:creationId xmlns:a16="http://schemas.microsoft.com/office/drawing/2014/main" id="{F1969E2D-6035-576A-11CC-2DD8E7E56A9E}"/>
                  </a:ext>
                </a:extLst>
              </p:cNvPr>
              <p:cNvCxnSpPr>
                <a:cxnSpLocks/>
                <a:stCxn id="31" idx="6"/>
                <a:endCxn id="33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2;p6">
                <a:extLst>
                  <a:ext uri="{FF2B5EF4-FFF2-40B4-BE49-F238E27FC236}">
                    <a16:creationId xmlns:a16="http://schemas.microsoft.com/office/drawing/2014/main" id="{55B462FF-ED93-5F9B-7897-F2C5486A41DD}"/>
                  </a:ext>
                </a:extLst>
              </p:cNvPr>
              <p:cNvCxnSpPr>
                <a:cxnSpLocks/>
                <a:stCxn id="31" idx="6"/>
                <a:endCxn id="36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" name="Google Shape;573;p6">
                <a:extLst>
                  <a:ext uri="{FF2B5EF4-FFF2-40B4-BE49-F238E27FC236}">
                    <a16:creationId xmlns:a16="http://schemas.microsoft.com/office/drawing/2014/main" id="{C2F5EA11-3956-0319-AB8B-BAE1D9A45EF1}"/>
                  </a:ext>
                </a:extLst>
              </p:cNvPr>
              <p:cNvCxnSpPr>
                <a:cxnSpLocks/>
                <a:stCxn id="31" idx="6"/>
                <a:endCxn id="37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9" name="Google Shape;574;p6">
                <a:extLst>
                  <a:ext uri="{FF2B5EF4-FFF2-40B4-BE49-F238E27FC236}">
                    <a16:creationId xmlns:a16="http://schemas.microsoft.com/office/drawing/2014/main" id="{FA0C7631-72B9-327A-4A96-44396E7BB68C}"/>
                  </a:ext>
                </a:extLst>
              </p:cNvPr>
              <p:cNvCxnSpPr>
                <a:cxnSpLocks/>
                <a:stCxn id="32" idx="6"/>
                <a:endCxn id="33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" name="Google Shape;575;p6">
                <a:extLst>
                  <a:ext uri="{FF2B5EF4-FFF2-40B4-BE49-F238E27FC236}">
                    <a16:creationId xmlns:a16="http://schemas.microsoft.com/office/drawing/2014/main" id="{AB4A4167-975C-2A60-EE84-7508B225685B}"/>
                  </a:ext>
                </a:extLst>
              </p:cNvPr>
              <p:cNvCxnSpPr>
                <a:cxnSpLocks/>
                <a:stCxn id="32" idx="6"/>
                <a:endCxn id="34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76;p6">
                <a:extLst>
                  <a:ext uri="{FF2B5EF4-FFF2-40B4-BE49-F238E27FC236}">
                    <a16:creationId xmlns:a16="http://schemas.microsoft.com/office/drawing/2014/main" id="{1CB1A19E-07E0-D42B-46DA-7874D55E9901}"/>
                  </a:ext>
                </a:extLst>
              </p:cNvPr>
              <p:cNvCxnSpPr>
                <a:cxnSpLocks/>
                <a:stCxn id="32" idx="6"/>
                <a:endCxn id="35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77;p6">
                <a:extLst>
                  <a:ext uri="{FF2B5EF4-FFF2-40B4-BE49-F238E27FC236}">
                    <a16:creationId xmlns:a16="http://schemas.microsoft.com/office/drawing/2014/main" id="{7B96832F-D706-B2D0-1FF9-D3759D8C8CAB}"/>
                  </a:ext>
                </a:extLst>
              </p:cNvPr>
              <p:cNvCxnSpPr>
                <a:cxnSpLocks/>
                <a:stCxn id="32" idx="6"/>
                <a:endCxn id="37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53" name="Google Shape;546;p6">
                <a:extLst>
                  <a:ext uri="{FF2B5EF4-FFF2-40B4-BE49-F238E27FC236}">
                    <a16:creationId xmlns:a16="http://schemas.microsoft.com/office/drawing/2014/main" id="{F1734A84-85C1-9AD4-BD09-6238682042D8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9;p6">
                <a:extLst>
                  <a:ext uri="{FF2B5EF4-FFF2-40B4-BE49-F238E27FC236}">
                    <a16:creationId xmlns:a16="http://schemas.microsoft.com/office/drawing/2014/main" id="{53D6A6D0-09DE-BE0A-ECC9-F64EB7E7E1A0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5" name="Google Shape;578;p6">
                <a:extLst>
                  <a:ext uri="{FF2B5EF4-FFF2-40B4-BE49-F238E27FC236}">
                    <a16:creationId xmlns:a16="http://schemas.microsoft.com/office/drawing/2014/main" id="{F2E42151-6AB2-FFA1-0588-D82CDB689A31}"/>
                  </a:ext>
                </a:extLst>
              </p:cNvPr>
              <p:cNvCxnSpPr>
                <a:cxnSpLocks/>
                <a:stCxn id="53" idx="6"/>
                <a:endCxn id="33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79;p6">
                <a:extLst>
                  <a:ext uri="{FF2B5EF4-FFF2-40B4-BE49-F238E27FC236}">
                    <a16:creationId xmlns:a16="http://schemas.microsoft.com/office/drawing/2014/main" id="{5EDB49D4-6DEA-2DB8-55D1-2B951CC18424}"/>
                  </a:ext>
                </a:extLst>
              </p:cNvPr>
              <p:cNvCxnSpPr>
                <a:cxnSpLocks/>
                <a:stCxn id="53" idx="6"/>
                <a:endCxn id="34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0;p6">
                <a:extLst>
                  <a:ext uri="{FF2B5EF4-FFF2-40B4-BE49-F238E27FC236}">
                    <a16:creationId xmlns:a16="http://schemas.microsoft.com/office/drawing/2014/main" id="{0F333EFD-8BD4-CE56-6D93-DACB7649ADEF}"/>
                  </a:ext>
                </a:extLst>
              </p:cNvPr>
              <p:cNvCxnSpPr>
                <a:cxnSpLocks/>
                <a:stCxn id="53" idx="6"/>
                <a:endCxn id="35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1;p6">
                <a:extLst>
                  <a:ext uri="{FF2B5EF4-FFF2-40B4-BE49-F238E27FC236}">
                    <a16:creationId xmlns:a16="http://schemas.microsoft.com/office/drawing/2014/main" id="{92D38F71-41E4-AED5-3B69-841D96B760FE}"/>
                  </a:ext>
                </a:extLst>
              </p:cNvPr>
              <p:cNvCxnSpPr>
                <a:cxnSpLocks/>
                <a:stCxn id="53" idx="6"/>
                <a:endCxn id="36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2;p6">
                <a:extLst>
                  <a:ext uri="{FF2B5EF4-FFF2-40B4-BE49-F238E27FC236}">
                    <a16:creationId xmlns:a16="http://schemas.microsoft.com/office/drawing/2014/main" id="{B8904C31-1BAE-A4BF-CD3E-7B792FA38ED5}"/>
                  </a:ext>
                </a:extLst>
              </p:cNvPr>
              <p:cNvCxnSpPr>
                <a:cxnSpLocks/>
                <a:stCxn id="53" idx="6"/>
                <a:endCxn id="37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3;p6">
                <a:extLst>
                  <a:ext uri="{FF2B5EF4-FFF2-40B4-BE49-F238E27FC236}">
                    <a16:creationId xmlns:a16="http://schemas.microsoft.com/office/drawing/2014/main" id="{312C868C-E2C2-0BA4-F0AE-DA0318EC354E}"/>
                  </a:ext>
                </a:extLst>
              </p:cNvPr>
              <p:cNvCxnSpPr>
                <a:cxnSpLocks/>
                <a:stCxn id="54" idx="6"/>
                <a:endCxn id="37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4;p6">
                <a:extLst>
                  <a:ext uri="{FF2B5EF4-FFF2-40B4-BE49-F238E27FC236}">
                    <a16:creationId xmlns:a16="http://schemas.microsoft.com/office/drawing/2014/main" id="{E5BA9434-5921-5ED1-2B39-02B1991A12D6}"/>
                  </a:ext>
                </a:extLst>
              </p:cNvPr>
              <p:cNvCxnSpPr>
                <a:cxnSpLocks/>
                <a:stCxn id="54" idx="6"/>
                <a:endCxn id="36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85;p6">
                <a:extLst>
                  <a:ext uri="{FF2B5EF4-FFF2-40B4-BE49-F238E27FC236}">
                    <a16:creationId xmlns:a16="http://schemas.microsoft.com/office/drawing/2014/main" id="{9BEE8746-863D-0B4F-CBA7-FA6235A2E470}"/>
                  </a:ext>
                </a:extLst>
              </p:cNvPr>
              <p:cNvCxnSpPr>
                <a:cxnSpLocks/>
                <a:stCxn id="54" idx="6"/>
                <a:endCxn id="35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86;p6">
                <a:extLst>
                  <a:ext uri="{FF2B5EF4-FFF2-40B4-BE49-F238E27FC236}">
                    <a16:creationId xmlns:a16="http://schemas.microsoft.com/office/drawing/2014/main" id="{E6346814-A813-C578-58BD-D851504842F7}"/>
                  </a:ext>
                </a:extLst>
              </p:cNvPr>
              <p:cNvCxnSpPr>
                <a:cxnSpLocks/>
                <a:stCxn id="54" idx="6"/>
                <a:endCxn id="34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87;p6">
                <a:extLst>
                  <a:ext uri="{FF2B5EF4-FFF2-40B4-BE49-F238E27FC236}">
                    <a16:creationId xmlns:a16="http://schemas.microsoft.com/office/drawing/2014/main" id="{B4D80FA2-4252-D2C1-35F8-2072C1DE823F}"/>
                  </a:ext>
                </a:extLst>
              </p:cNvPr>
              <p:cNvCxnSpPr>
                <a:cxnSpLocks/>
                <a:stCxn id="54" idx="6"/>
                <a:endCxn id="33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5" name="Google Shape;588;p6">
                <a:extLst>
                  <a:ext uri="{FF2B5EF4-FFF2-40B4-BE49-F238E27FC236}">
                    <a16:creationId xmlns:a16="http://schemas.microsoft.com/office/drawing/2014/main" id="{12DFF54D-FABF-B3A6-BC09-A231F0CBF8AF}"/>
                  </a:ext>
                </a:extLst>
              </p:cNvPr>
              <p:cNvCxnSpPr>
                <a:cxnSpLocks/>
                <a:stCxn id="33" idx="6"/>
                <a:endCxn id="15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6" name="Google Shape;589;p6">
                <a:extLst>
                  <a:ext uri="{FF2B5EF4-FFF2-40B4-BE49-F238E27FC236}">
                    <a16:creationId xmlns:a16="http://schemas.microsoft.com/office/drawing/2014/main" id="{B2BE34B7-3A93-E730-E1CF-D4EF2CCEF695}"/>
                  </a:ext>
                </a:extLst>
              </p:cNvPr>
              <p:cNvCxnSpPr>
                <a:cxnSpLocks/>
                <a:stCxn id="34" idx="6"/>
                <a:endCxn id="15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590;p6">
                <a:extLst>
                  <a:ext uri="{FF2B5EF4-FFF2-40B4-BE49-F238E27FC236}">
                    <a16:creationId xmlns:a16="http://schemas.microsoft.com/office/drawing/2014/main" id="{EDDAA30E-F067-075E-A7B7-5C8E5EB6920D}"/>
                  </a:ext>
                </a:extLst>
              </p:cNvPr>
              <p:cNvCxnSpPr>
                <a:cxnSpLocks/>
                <a:stCxn id="35" idx="6"/>
                <a:endCxn id="15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591;p6">
                <a:extLst>
                  <a:ext uri="{FF2B5EF4-FFF2-40B4-BE49-F238E27FC236}">
                    <a16:creationId xmlns:a16="http://schemas.microsoft.com/office/drawing/2014/main" id="{DCBED781-3FB3-C4F3-41C6-9BE80B0AFE35}"/>
                  </a:ext>
                </a:extLst>
              </p:cNvPr>
              <p:cNvCxnSpPr>
                <a:cxnSpLocks/>
                <a:stCxn id="36" idx="6"/>
                <a:endCxn id="15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2;p6">
                <a:extLst>
                  <a:ext uri="{FF2B5EF4-FFF2-40B4-BE49-F238E27FC236}">
                    <a16:creationId xmlns:a16="http://schemas.microsoft.com/office/drawing/2014/main" id="{ECD92B2D-C281-C932-008B-A5571D3A55EB}"/>
                  </a:ext>
                </a:extLst>
              </p:cNvPr>
              <p:cNvCxnSpPr>
                <a:cxnSpLocks/>
                <a:stCxn id="37" idx="6"/>
                <a:endCxn id="15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0" name="Google Shape;593;p6">
                <a:extLst>
                  <a:ext uri="{FF2B5EF4-FFF2-40B4-BE49-F238E27FC236}">
                    <a16:creationId xmlns:a16="http://schemas.microsoft.com/office/drawing/2014/main" id="{7FF263FE-C1FE-43FF-4A82-0729BC1685E4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1" name="Google Shape;594;p6">
                <a:extLst>
                  <a:ext uri="{FF2B5EF4-FFF2-40B4-BE49-F238E27FC236}">
                    <a16:creationId xmlns:a16="http://schemas.microsoft.com/office/drawing/2014/main" id="{CF91D3F6-ECB3-59C9-F072-12164D014B42}"/>
                  </a:ext>
                </a:extLst>
              </p:cNvPr>
              <p:cNvCxnSpPr>
                <a:cxnSpLocks/>
                <a:stCxn id="34" idx="6"/>
                <a:endCxn id="70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2" name="Google Shape;595;p6">
                <a:extLst>
                  <a:ext uri="{FF2B5EF4-FFF2-40B4-BE49-F238E27FC236}">
                    <a16:creationId xmlns:a16="http://schemas.microsoft.com/office/drawing/2014/main" id="{93584C45-DB89-3FD6-B912-259B28CA93BD}"/>
                  </a:ext>
                </a:extLst>
              </p:cNvPr>
              <p:cNvCxnSpPr>
                <a:cxnSpLocks/>
                <a:stCxn id="35" idx="6"/>
                <a:endCxn id="70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596;p6">
                <a:extLst>
                  <a:ext uri="{FF2B5EF4-FFF2-40B4-BE49-F238E27FC236}">
                    <a16:creationId xmlns:a16="http://schemas.microsoft.com/office/drawing/2014/main" id="{439EEC9B-73A5-F38C-2A60-D6560E0BA0FF}"/>
                  </a:ext>
                </a:extLst>
              </p:cNvPr>
              <p:cNvCxnSpPr>
                <a:cxnSpLocks/>
                <a:stCxn id="36" idx="6"/>
                <a:endCxn id="70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4" name="Google Shape;597;p6">
                <a:extLst>
                  <a:ext uri="{FF2B5EF4-FFF2-40B4-BE49-F238E27FC236}">
                    <a16:creationId xmlns:a16="http://schemas.microsoft.com/office/drawing/2014/main" id="{27C43822-7892-CAA0-CD0D-22AACBCEE691}"/>
                  </a:ext>
                </a:extLst>
              </p:cNvPr>
              <p:cNvCxnSpPr>
                <a:cxnSpLocks/>
                <a:stCxn id="37" idx="6"/>
                <a:endCxn id="70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" name="Google Shape;598;p6">
                <a:extLst>
                  <a:ext uri="{FF2B5EF4-FFF2-40B4-BE49-F238E27FC236}">
                    <a16:creationId xmlns:a16="http://schemas.microsoft.com/office/drawing/2014/main" id="{C8CFB35E-4B04-67FE-A15C-528FCF50776B}"/>
                  </a:ext>
                </a:extLst>
              </p:cNvPr>
              <p:cNvCxnSpPr>
                <a:cxnSpLocks/>
                <a:stCxn id="33" idx="6"/>
                <a:endCxn id="70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6" name="Google Shape;599;p6">
                <a:extLst>
                  <a:ext uri="{FF2B5EF4-FFF2-40B4-BE49-F238E27FC236}">
                    <a16:creationId xmlns:a16="http://schemas.microsoft.com/office/drawing/2014/main" id="{2E7E68CD-CEE3-F6B5-4F2C-0B2B87A6A3A8}"/>
                  </a:ext>
                </a:extLst>
              </p:cNvPr>
              <p:cNvCxnSpPr>
                <a:cxnSpLocks/>
                <a:stCxn id="12" idx="6"/>
                <a:endCxn id="32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7" name="Google Shape;600;p6">
              <a:extLst>
                <a:ext uri="{FF2B5EF4-FFF2-40B4-BE49-F238E27FC236}">
                  <a16:creationId xmlns:a16="http://schemas.microsoft.com/office/drawing/2014/main" id="{32DA28C7-5C70-E114-6F80-6BD917DBCE09}"/>
                </a:ext>
              </a:extLst>
            </p:cNvPr>
            <p:cNvSpPr txBox="1"/>
            <p:nvPr/>
          </p:nvSpPr>
          <p:spPr>
            <a:xfrm rot="18475899">
              <a:off x="5529819" y="953524"/>
              <a:ext cx="1036522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01;p6">
              <a:extLst>
                <a:ext uri="{FF2B5EF4-FFF2-40B4-BE49-F238E27FC236}">
                  <a16:creationId xmlns:a16="http://schemas.microsoft.com/office/drawing/2014/main" id="{699F2691-F7D4-FA1C-BBAF-3000C238E1B4}"/>
                </a:ext>
              </a:extLst>
            </p:cNvPr>
            <p:cNvSpPr txBox="1"/>
            <p:nvPr/>
          </p:nvSpPr>
          <p:spPr>
            <a:xfrm rot="18475899">
              <a:off x="5513650" y="1904305"/>
              <a:ext cx="1120466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sz="2000">
                <a:solidFill>
                  <a:srgbClr val="FF0000"/>
                </a:solidFill>
              </a:endParaRPr>
            </a:p>
          </p:txBody>
        </p:sp>
        <p:sp>
          <p:nvSpPr>
            <p:cNvPr id="9" name="Google Shape;602;p6">
              <a:extLst>
                <a:ext uri="{FF2B5EF4-FFF2-40B4-BE49-F238E27FC236}">
                  <a16:creationId xmlns:a16="http://schemas.microsoft.com/office/drawing/2014/main" id="{3420A15C-27EF-2093-1015-87BDB9C5A3FE}"/>
                </a:ext>
              </a:extLst>
            </p:cNvPr>
            <p:cNvSpPr txBox="1"/>
            <p:nvPr/>
          </p:nvSpPr>
          <p:spPr>
            <a:xfrm rot="18475899">
              <a:off x="5569098" y="5260339"/>
              <a:ext cx="832643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600;p6">
              <a:extLst>
                <a:ext uri="{FF2B5EF4-FFF2-40B4-BE49-F238E27FC236}">
                  <a16:creationId xmlns:a16="http://schemas.microsoft.com/office/drawing/2014/main" id="{37B876AA-D0BD-2D57-1B4A-C7C9CBDD6DD7}"/>
                </a:ext>
              </a:extLst>
            </p:cNvPr>
            <p:cNvSpPr txBox="1"/>
            <p:nvPr/>
          </p:nvSpPr>
          <p:spPr>
            <a:xfrm rot="18475899">
              <a:off x="7620143" y="669965"/>
              <a:ext cx="1117620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601;p6">
              <a:extLst>
                <a:ext uri="{FF2B5EF4-FFF2-40B4-BE49-F238E27FC236}">
                  <a16:creationId xmlns:a16="http://schemas.microsoft.com/office/drawing/2014/main" id="{A28DC51E-48F4-59EF-9C34-F76CC4A70F21}"/>
                </a:ext>
              </a:extLst>
            </p:cNvPr>
            <p:cNvSpPr txBox="1"/>
            <p:nvPr/>
          </p:nvSpPr>
          <p:spPr>
            <a:xfrm rot="18475899">
              <a:off x="7615844" y="1645045"/>
              <a:ext cx="1139951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sz="200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3BC01C4-8A32-1FC5-EFC5-A371EED32C43}"/>
                  </a:ext>
                </a:extLst>
              </p:cNvPr>
              <p:cNvSpPr txBox="1"/>
              <p:nvPr/>
            </p:nvSpPr>
            <p:spPr>
              <a:xfrm>
                <a:off x="5123998" y="6156489"/>
                <a:ext cx="4388384" cy="5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lnSpc>
                    <a:spcPct val="11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3BC01C4-8A32-1FC5-EFC5-A371EED32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998" y="6156489"/>
                <a:ext cx="4388384" cy="5878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648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124200" y="35591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No alternative text description for this image">
            <a:extLst>
              <a:ext uri="{FF2B5EF4-FFF2-40B4-BE49-F238E27FC236}">
                <a16:creationId xmlns:a16="http://schemas.microsoft.com/office/drawing/2014/main" id="{2D4B3D84-22B1-7636-80C2-0D08FA775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315" y="0"/>
            <a:ext cx="6248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19FAE7-7D99-46F0-3B60-F6159C79B3F9}"/>
              </a:ext>
            </a:extLst>
          </p:cNvPr>
          <p:cNvSpPr txBox="1"/>
          <p:nvPr/>
        </p:nvSpPr>
        <p:spPr>
          <a:xfrm>
            <a:off x="8905623" y="2837160"/>
            <a:ext cx="2988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Inter"/>
              </a:rPr>
              <a:t>Image Credit: Linkedin.com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5102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C83B440-D2A0-3F29-4C8A-E72BB23A30E4}"/>
              </a:ext>
            </a:extLst>
          </p:cNvPr>
          <p:cNvGrpSpPr/>
          <p:nvPr/>
        </p:nvGrpSpPr>
        <p:grpSpPr>
          <a:xfrm>
            <a:off x="2355850" y="401932"/>
            <a:ext cx="7224063" cy="5817897"/>
            <a:chOff x="3594179" y="1626321"/>
            <a:chExt cx="5553933" cy="4472858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E2B11BE2-F248-8B6F-449C-0E79EF90E5AE}"/>
                </a:ext>
              </a:extLst>
            </p:cNvPr>
            <p:cNvCxnSpPr/>
            <p:nvPr/>
          </p:nvCxnSpPr>
          <p:spPr>
            <a:xfrm>
              <a:off x="4186251" y="5088959"/>
              <a:ext cx="496186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11A33251-DE78-C4E0-F437-26834478BEF9}"/>
                </a:ext>
              </a:extLst>
            </p:cNvPr>
            <p:cNvCxnSpPr/>
            <p:nvPr/>
          </p:nvCxnSpPr>
          <p:spPr>
            <a:xfrm flipV="1">
              <a:off x="4200428" y="1857154"/>
              <a:ext cx="0" cy="32393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69F7932-8FA6-AF0A-5A2C-D88A69C7BB6E}"/>
                </a:ext>
              </a:extLst>
            </p:cNvPr>
            <p:cNvSpPr txBox="1"/>
            <p:nvPr/>
          </p:nvSpPr>
          <p:spPr>
            <a:xfrm>
              <a:off x="7945728" y="5145072"/>
              <a:ext cx="101847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Epoch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D0DD0C-91D7-9039-5237-39AE2A579C6C}"/>
                </a:ext>
              </a:extLst>
            </p:cNvPr>
            <p:cNvSpPr txBox="1"/>
            <p:nvPr/>
          </p:nvSpPr>
          <p:spPr>
            <a:xfrm rot="16200000">
              <a:off x="3414445" y="2195428"/>
              <a:ext cx="10184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Loss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6FA584F-7E32-AFBB-3728-3378F9821B3E}"/>
                </a:ext>
              </a:extLst>
            </p:cNvPr>
            <p:cNvSpPr txBox="1"/>
            <p:nvPr/>
          </p:nvSpPr>
          <p:spPr>
            <a:xfrm>
              <a:off x="3594179" y="5172023"/>
              <a:ext cx="10184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371D87-1784-957B-1550-DF823F4339F4}"/>
                </a:ext>
              </a:extLst>
            </p:cNvPr>
            <p:cNvSpPr/>
            <p:nvPr/>
          </p:nvSpPr>
          <p:spPr>
            <a:xfrm>
              <a:off x="4820718" y="2465222"/>
              <a:ext cx="2435960" cy="2086668"/>
            </a:xfrm>
            <a:custGeom>
              <a:avLst/>
              <a:gdLst>
                <a:gd name="connsiteX0" fmla="*/ 0 w 5991149"/>
                <a:gd name="connsiteY0" fmla="*/ 0 h 2086668"/>
                <a:gd name="connsiteX1" fmla="*/ 2918765 w 5991149"/>
                <a:gd name="connsiteY1" fmla="*/ 1836116 h 2086668"/>
                <a:gd name="connsiteX2" fmla="*/ 5991149 w 5991149"/>
                <a:gd name="connsiteY2" fmla="*/ 2070202 h 208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91149" h="2086668">
                  <a:moveTo>
                    <a:pt x="0" y="0"/>
                  </a:moveTo>
                  <a:cubicBezTo>
                    <a:pt x="960120" y="745541"/>
                    <a:pt x="1920240" y="1491082"/>
                    <a:pt x="2918765" y="1836116"/>
                  </a:cubicBezTo>
                  <a:cubicBezTo>
                    <a:pt x="3917290" y="2181150"/>
                    <a:pt x="5585156" y="2068983"/>
                    <a:pt x="5991149" y="2070202"/>
                  </a:cubicBezTo>
                </a:path>
              </a:pathLst>
            </a:cu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solidFill>
                  <a:schemeClr val="accent6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04842BF-F5B3-F089-D83B-55C81E85D08A}"/>
                </a:ext>
              </a:extLst>
            </p:cNvPr>
            <p:cNvSpPr/>
            <p:nvPr/>
          </p:nvSpPr>
          <p:spPr>
            <a:xfrm>
              <a:off x="4806086" y="2362810"/>
              <a:ext cx="2596896" cy="1760001"/>
            </a:xfrm>
            <a:custGeom>
              <a:avLst/>
              <a:gdLst>
                <a:gd name="connsiteX0" fmla="*/ 0 w 2596896"/>
                <a:gd name="connsiteY0" fmla="*/ 0 h 1760001"/>
                <a:gd name="connsiteX1" fmla="*/ 1185063 w 2596896"/>
                <a:gd name="connsiteY1" fmla="*/ 1719072 h 1760001"/>
                <a:gd name="connsiteX2" fmla="*/ 2596896 w 2596896"/>
                <a:gd name="connsiteY2" fmla="*/ 1185062 h 176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96896" h="1760001">
                  <a:moveTo>
                    <a:pt x="0" y="0"/>
                  </a:moveTo>
                  <a:cubicBezTo>
                    <a:pt x="376123" y="760781"/>
                    <a:pt x="752247" y="1521562"/>
                    <a:pt x="1185063" y="1719072"/>
                  </a:cubicBezTo>
                  <a:cubicBezTo>
                    <a:pt x="1617879" y="1916582"/>
                    <a:pt x="2342083" y="1343558"/>
                    <a:pt x="2596896" y="1185062"/>
                  </a:cubicBezTo>
                </a:path>
              </a:pathLst>
            </a:cu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FE40382-2F22-037F-59C4-D281151A35E9}"/>
                </a:ext>
              </a:extLst>
            </p:cNvPr>
            <p:cNvSpPr txBox="1"/>
            <p:nvPr/>
          </p:nvSpPr>
          <p:spPr>
            <a:xfrm>
              <a:off x="7367731" y="3146803"/>
              <a:ext cx="16738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Validation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430ABBF-B288-AD4D-8A37-0AF1C89CBA47}"/>
                </a:ext>
              </a:extLst>
            </p:cNvPr>
            <p:cNvSpPr txBox="1"/>
            <p:nvPr/>
          </p:nvSpPr>
          <p:spPr>
            <a:xfrm>
              <a:off x="7055537" y="4321057"/>
              <a:ext cx="178038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Training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D5AF53-CC9F-17A3-6376-50D064EF7DC4}"/>
                </a:ext>
              </a:extLst>
            </p:cNvPr>
            <p:cNvCxnSpPr>
              <a:cxnSpLocks/>
            </p:cNvCxnSpPr>
            <p:nvPr/>
          </p:nvCxnSpPr>
          <p:spPr>
            <a:xfrm>
              <a:off x="6173552" y="1857154"/>
              <a:ext cx="0" cy="414862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47EB5B-9499-A301-A591-8B9F27CD5585}"/>
                </a:ext>
              </a:extLst>
            </p:cNvPr>
            <p:cNvSpPr txBox="1"/>
            <p:nvPr/>
          </p:nvSpPr>
          <p:spPr>
            <a:xfrm>
              <a:off x="4131975" y="1648904"/>
              <a:ext cx="204157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Underfitting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9C024A-2765-32F2-B761-3BF0BB24814B}"/>
                </a:ext>
              </a:extLst>
            </p:cNvPr>
            <p:cNvSpPr txBox="1"/>
            <p:nvPr/>
          </p:nvSpPr>
          <p:spPr>
            <a:xfrm>
              <a:off x="6346942" y="1626321"/>
              <a:ext cx="204157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Overfitting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7780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3165973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234" y="0"/>
            <a:ext cx="51435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88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212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 flipH="1">
            <a:off x="5531549" y="368383"/>
            <a:ext cx="6113214" cy="3245099"/>
            <a:chOff x="634330" y="862751"/>
            <a:chExt cx="3038704" cy="1613046"/>
          </a:xfrm>
        </p:grpSpPr>
        <p:pic>
          <p:nvPicPr>
            <p:cNvPr id="5" name="Picture 2" descr="Camera basics - Opto Engineeri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330" y="862751"/>
              <a:ext cx="3038704" cy="1613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/>
            <p:cNvSpPr/>
            <p:nvPr/>
          </p:nvSpPr>
          <p:spPr>
            <a:xfrm>
              <a:off x="2914650" y="1192482"/>
              <a:ext cx="342900" cy="953584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scene3d>
              <a:camera prst="orthographicFront">
                <a:rot lat="20999996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61688" y="1925086"/>
            <a:ext cx="56343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0106" marR="0" lvl="0" indent="-1701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Pinhole principle </a:t>
            </a:r>
          </a:p>
          <a:p>
            <a:pPr marL="170106" marR="0" lvl="0" indent="-1701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Traditional film</a:t>
            </a:r>
          </a:p>
          <a:p>
            <a:pPr marL="170106" marR="0" lvl="0" indent="-1701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Digital sensors (CCD and CMOS)</a:t>
            </a:r>
          </a:p>
          <a:p>
            <a:pPr marL="170106" marR="0" lvl="0" indent="-170106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Red Green Blue (RGB) channels</a:t>
            </a:r>
          </a:p>
        </p:txBody>
      </p:sp>
      <p:pic>
        <p:nvPicPr>
          <p:cNvPr id="8" name="Picture 2" descr="Understanding Digital Camera Senso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549" y="3613482"/>
            <a:ext cx="6361862" cy="310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017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Grey Scale</a:t>
            </a:r>
          </a:p>
        </p:txBody>
      </p:sp>
      <p:pic>
        <p:nvPicPr>
          <p:cNvPr id="6" name="Picture 2" descr="https://miro.medium.com/max/1400/0*CI5wgSszZnpHu5I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38" y="1390541"/>
            <a:ext cx="11623723" cy="478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FF9A45A-4744-503B-6456-E1FB8477ADFD}"/>
              </a:ext>
            </a:extLst>
          </p:cNvPr>
          <p:cNvSpPr txBox="1"/>
          <p:nvPr/>
        </p:nvSpPr>
        <p:spPr>
          <a:xfrm>
            <a:off x="1959678" y="6308209"/>
            <a:ext cx="9041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Inter"/>
              </a:rPr>
              <a:t>Image of Abraham Lincoln as a matrix of pixel values. Image Credit: Thomas Smits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4431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99A88F-D161-B445-DA8C-178A325D43F6}"/>
              </a:ext>
            </a:extLst>
          </p:cNvPr>
          <p:cNvGrpSpPr/>
          <p:nvPr/>
        </p:nvGrpSpPr>
        <p:grpSpPr>
          <a:xfrm>
            <a:off x="6017105" y="999015"/>
            <a:ext cx="5233320" cy="4859969"/>
            <a:chOff x="4781202" y="311571"/>
            <a:chExt cx="6722937" cy="6243315"/>
          </a:xfrm>
        </p:grpSpPr>
        <p:grpSp>
          <p:nvGrpSpPr>
            <p:cNvPr id="3" name="Google Shape;534;p6">
              <a:extLst>
                <a:ext uri="{FF2B5EF4-FFF2-40B4-BE49-F238E27FC236}">
                  <a16:creationId xmlns:a16="http://schemas.microsoft.com/office/drawing/2014/main" id="{DA01CEBF-6A2E-0219-6715-9F80F3E4CA08}"/>
                </a:ext>
              </a:extLst>
            </p:cNvPr>
            <p:cNvGrpSpPr/>
            <p:nvPr/>
          </p:nvGrpSpPr>
          <p:grpSpPr>
            <a:xfrm>
              <a:off x="4781202" y="311571"/>
              <a:ext cx="6722937" cy="6243315"/>
              <a:chOff x="2828000" y="1793338"/>
              <a:chExt cx="7537901" cy="7000139"/>
            </a:xfrm>
          </p:grpSpPr>
          <p:sp>
            <p:nvSpPr>
              <p:cNvPr id="9" name="Google Shape;535;p6">
                <a:extLst>
                  <a:ext uri="{FF2B5EF4-FFF2-40B4-BE49-F238E27FC236}">
                    <a16:creationId xmlns:a16="http://schemas.microsoft.com/office/drawing/2014/main" id="{DA70B680-C3AF-8E9C-151C-B74C694B6A8F}"/>
                  </a:ext>
                </a:extLst>
              </p:cNvPr>
              <p:cNvSpPr/>
              <p:nvPr/>
            </p:nvSpPr>
            <p:spPr>
              <a:xfrm>
                <a:off x="2828000" y="321968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536;p6">
                <a:extLst>
                  <a:ext uri="{FF2B5EF4-FFF2-40B4-BE49-F238E27FC236}">
                    <a16:creationId xmlns:a16="http://schemas.microsoft.com/office/drawing/2014/main" id="{DD1D1A5C-48D4-865D-DBCA-4C621AB8F120}"/>
                  </a:ext>
                </a:extLst>
              </p:cNvPr>
              <p:cNvSpPr/>
              <p:nvPr/>
            </p:nvSpPr>
            <p:spPr>
              <a:xfrm>
                <a:off x="2828000" y="4725399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x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537;p6">
                <a:extLst>
                  <a:ext uri="{FF2B5EF4-FFF2-40B4-BE49-F238E27FC236}">
                    <a16:creationId xmlns:a16="http://schemas.microsoft.com/office/drawing/2014/main" id="{54A5B83C-56CE-F00B-F85F-D902066ED7DF}"/>
                  </a:ext>
                </a:extLst>
              </p:cNvPr>
              <p:cNvSpPr/>
              <p:nvPr/>
            </p:nvSpPr>
            <p:spPr>
              <a:xfrm>
                <a:off x="2876846" y="6874584"/>
                <a:ext cx="1046633" cy="1080291"/>
              </a:xfrm>
              <a:prstGeom prst="flowChartConnector">
                <a:avLst/>
              </a:prstGeom>
              <a:solidFill>
                <a:schemeClr val="accent6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538;p6">
                <a:extLst>
                  <a:ext uri="{FF2B5EF4-FFF2-40B4-BE49-F238E27FC236}">
                    <a16:creationId xmlns:a16="http://schemas.microsoft.com/office/drawing/2014/main" id="{0F7AE28E-BACD-9D24-EDE2-C5009EE3DB5C}"/>
                  </a:ext>
                </a:extLst>
              </p:cNvPr>
              <p:cNvSpPr/>
              <p:nvPr/>
            </p:nvSpPr>
            <p:spPr>
              <a:xfrm>
                <a:off x="9319268" y="3830902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" name="Google Shape;539;p6">
                <a:extLst>
                  <a:ext uri="{FF2B5EF4-FFF2-40B4-BE49-F238E27FC236}">
                    <a16:creationId xmlns:a16="http://schemas.microsoft.com/office/drawing/2014/main" id="{DBA95C1A-3BA8-128C-079F-4677CC03B13A}"/>
                  </a:ext>
                </a:extLst>
              </p:cNvPr>
              <p:cNvCxnSpPr>
                <a:cxnSpLocks/>
                <a:stCxn id="9" idx="6"/>
                <a:endCxn id="27" idx="2"/>
              </p:cNvCxnSpPr>
              <p:nvPr/>
            </p:nvCxnSpPr>
            <p:spPr>
              <a:xfrm>
                <a:off x="3874633" y="3759835"/>
                <a:ext cx="11172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541;p6">
                <a:extLst>
                  <a:ext uri="{FF2B5EF4-FFF2-40B4-BE49-F238E27FC236}">
                    <a16:creationId xmlns:a16="http://schemas.microsoft.com/office/drawing/2014/main" id="{EBC1BE01-EF26-411E-48C1-352AC4CA09E4}"/>
                  </a:ext>
                </a:extLst>
              </p:cNvPr>
              <p:cNvCxnSpPr>
                <a:cxnSpLocks/>
                <a:stCxn id="10" idx="6"/>
                <a:endCxn id="28" idx="2"/>
              </p:cNvCxnSpPr>
              <p:nvPr/>
            </p:nvCxnSpPr>
            <p:spPr>
              <a:xfrm rot="10800000" flipH="1">
                <a:off x="3874633" y="5222645"/>
                <a:ext cx="1117200" cy="42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543;p6">
                <a:extLst>
                  <a:ext uri="{FF2B5EF4-FFF2-40B4-BE49-F238E27FC236}">
                    <a16:creationId xmlns:a16="http://schemas.microsoft.com/office/drawing/2014/main" id="{ABC478A6-363A-3673-064F-A8823CD3C2FF}"/>
                  </a:ext>
                </a:extLst>
              </p:cNvPr>
              <p:cNvCxnSpPr>
                <a:cxnSpLocks/>
                <a:stCxn id="11" idx="6"/>
                <a:endCxn id="29" idx="2"/>
              </p:cNvCxnSpPr>
              <p:nvPr/>
            </p:nvCxnSpPr>
            <p:spPr>
              <a:xfrm flipV="1">
                <a:off x="3923478" y="6749176"/>
                <a:ext cx="1068278" cy="665555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6" name="Google Shape;545;p6">
                <a:extLst>
                  <a:ext uri="{FF2B5EF4-FFF2-40B4-BE49-F238E27FC236}">
                    <a16:creationId xmlns:a16="http://schemas.microsoft.com/office/drawing/2014/main" id="{04DB2DC1-C652-1751-DE06-4F526C60F969}"/>
                  </a:ext>
                </a:extLst>
              </p:cNvPr>
              <p:cNvCxnSpPr>
                <a:cxnSpLocks/>
                <a:stCxn id="9" idx="6"/>
                <a:endCxn id="50" idx="2"/>
              </p:cNvCxnSpPr>
              <p:nvPr/>
            </p:nvCxnSpPr>
            <p:spPr>
              <a:xfrm rot="10800000" flipH="1">
                <a:off x="3874633" y="2333335"/>
                <a:ext cx="1117200" cy="1426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" name="Google Shape;547;p6">
                <a:extLst>
                  <a:ext uri="{FF2B5EF4-FFF2-40B4-BE49-F238E27FC236}">
                    <a16:creationId xmlns:a16="http://schemas.microsoft.com/office/drawing/2014/main" id="{674D54CF-0613-66B0-013E-1526540F7063}"/>
                  </a:ext>
                </a:extLst>
              </p:cNvPr>
              <p:cNvCxnSpPr>
                <a:cxnSpLocks/>
                <a:stCxn id="9" idx="6"/>
                <a:endCxn id="28" idx="2"/>
              </p:cNvCxnSpPr>
              <p:nvPr/>
            </p:nvCxnSpPr>
            <p:spPr>
              <a:xfrm>
                <a:off x="3874633" y="3759835"/>
                <a:ext cx="1117200" cy="146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" name="Google Shape;548;p6">
                <a:extLst>
                  <a:ext uri="{FF2B5EF4-FFF2-40B4-BE49-F238E27FC236}">
                    <a16:creationId xmlns:a16="http://schemas.microsoft.com/office/drawing/2014/main" id="{142F6A36-6943-47EE-A821-B17328FC63C3}"/>
                  </a:ext>
                </a:extLst>
              </p:cNvPr>
              <p:cNvCxnSpPr>
                <a:cxnSpLocks/>
                <a:stCxn id="9" idx="6"/>
                <a:endCxn id="51" idx="2"/>
              </p:cNvCxnSpPr>
              <p:nvPr/>
            </p:nvCxnSpPr>
            <p:spPr>
              <a:xfrm>
                <a:off x="3874633" y="3759835"/>
                <a:ext cx="1117200" cy="4484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" name="Google Shape;550;p6">
                <a:extLst>
                  <a:ext uri="{FF2B5EF4-FFF2-40B4-BE49-F238E27FC236}">
                    <a16:creationId xmlns:a16="http://schemas.microsoft.com/office/drawing/2014/main" id="{4ACCDFF1-9897-338E-821D-B66D446D61DE}"/>
                  </a:ext>
                </a:extLst>
              </p:cNvPr>
              <p:cNvCxnSpPr>
                <a:cxnSpLocks/>
                <a:stCxn id="10" idx="6"/>
                <a:endCxn id="27" idx="2"/>
              </p:cNvCxnSpPr>
              <p:nvPr/>
            </p:nvCxnSpPr>
            <p:spPr>
              <a:xfrm rot="10800000" flipH="1">
                <a:off x="3874633" y="3765545"/>
                <a:ext cx="1117200" cy="150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" name="Google Shape;551;p6">
                <a:extLst>
                  <a:ext uri="{FF2B5EF4-FFF2-40B4-BE49-F238E27FC236}">
                    <a16:creationId xmlns:a16="http://schemas.microsoft.com/office/drawing/2014/main" id="{0767D57B-2C62-7629-50EF-D640B8380572}"/>
                  </a:ext>
                </a:extLst>
              </p:cNvPr>
              <p:cNvCxnSpPr>
                <a:cxnSpLocks/>
                <a:stCxn id="10" idx="6"/>
                <a:endCxn id="50" idx="2"/>
              </p:cNvCxnSpPr>
              <p:nvPr/>
            </p:nvCxnSpPr>
            <p:spPr>
              <a:xfrm rot="10800000" flipH="1">
                <a:off x="3874633" y="2333345"/>
                <a:ext cx="1117200" cy="2932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1" name="Google Shape;552;p6">
                <a:extLst>
                  <a:ext uri="{FF2B5EF4-FFF2-40B4-BE49-F238E27FC236}">
                    <a16:creationId xmlns:a16="http://schemas.microsoft.com/office/drawing/2014/main" id="{C7B5957B-9B0F-884F-A122-01884B7E7837}"/>
                  </a:ext>
                </a:extLst>
              </p:cNvPr>
              <p:cNvCxnSpPr>
                <a:cxnSpLocks/>
                <a:stCxn id="10" idx="6"/>
                <a:endCxn id="29" idx="2"/>
              </p:cNvCxnSpPr>
              <p:nvPr/>
            </p:nvCxnSpPr>
            <p:spPr>
              <a:xfrm>
                <a:off x="3874633" y="5265544"/>
                <a:ext cx="1117200" cy="148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" name="Google Shape;553;p6">
                <a:extLst>
                  <a:ext uri="{FF2B5EF4-FFF2-40B4-BE49-F238E27FC236}">
                    <a16:creationId xmlns:a16="http://schemas.microsoft.com/office/drawing/2014/main" id="{8D657A61-D7C5-69B5-DEF9-39B9B7587B0B}"/>
                  </a:ext>
                </a:extLst>
              </p:cNvPr>
              <p:cNvCxnSpPr>
                <a:cxnSpLocks/>
                <a:stCxn id="10" idx="6"/>
                <a:endCxn id="51" idx="2"/>
              </p:cNvCxnSpPr>
              <p:nvPr/>
            </p:nvCxnSpPr>
            <p:spPr>
              <a:xfrm>
                <a:off x="3874633" y="5265545"/>
                <a:ext cx="1117200" cy="297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" name="Google Shape;554;p6">
                <a:extLst>
                  <a:ext uri="{FF2B5EF4-FFF2-40B4-BE49-F238E27FC236}">
                    <a16:creationId xmlns:a16="http://schemas.microsoft.com/office/drawing/2014/main" id="{47315CDD-C1EA-783E-5A81-B53A5DEFA0B1}"/>
                  </a:ext>
                </a:extLst>
              </p:cNvPr>
              <p:cNvCxnSpPr>
                <a:cxnSpLocks/>
                <a:stCxn id="11" idx="6"/>
                <a:endCxn id="50" idx="2"/>
              </p:cNvCxnSpPr>
              <p:nvPr/>
            </p:nvCxnSpPr>
            <p:spPr>
              <a:xfrm flipV="1">
                <a:off x="3923478" y="2333484"/>
                <a:ext cx="1068278" cy="5081246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4" name="Google Shape;555;p6">
                <a:extLst>
                  <a:ext uri="{FF2B5EF4-FFF2-40B4-BE49-F238E27FC236}">
                    <a16:creationId xmlns:a16="http://schemas.microsoft.com/office/drawing/2014/main" id="{9305411A-2E69-5E28-3A7E-1ADADE5A4D0D}"/>
                  </a:ext>
                </a:extLst>
              </p:cNvPr>
              <p:cNvCxnSpPr>
                <a:cxnSpLocks/>
                <a:stCxn id="11" idx="6"/>
                <a:endCxn id="27" idx="2"/>
              </p:cNvCxnSpPr>
              <p:nvPr/>
            </p:nvCxnSpPr>
            <p:spPr>
              <a:xfrm flipV="1">
                <a:off x="3923478" y="3765687"/>
                <a:ext cx="1068278" cy="3649043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5" name="Google Shape;556;p6">
                <a:extLst>
                  <a:ext uri="{FF2B5EF4-FFF2-40B4-BE49-F238E27FC236}">
                    <a16:creationId xmlns:a16="http://schemas.microsoft.com/office/drawing/2014/main" id="{635CBB17-B129-92E9-B0E3-A9CD61DDDE93}"/>
                  </a:ext>
                </a:extLst>
              </p:cNvPr>
              <p:cNvCxnSpPr>
                <a:cxnSpLocks/>
                <a:stCxn id="11" idx="6"/>
                <a:endCxn id="28" idx="2"/>
              </p:cNvCxnSpPr>
              <p:nvPr/>
            </p:nvCxnSpPr>
            <p:spPr>
              <a:xfrm flipV="1">
                <a:off x="3923478" y="5222538"/>
                <a:ext cx="1068278" cy="219219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" name="Google Shape;557;p6">
                <a:extLst>
                  <a:ext uri="{FF2B5EF4-FFF2-40B4-BE49-F238E27FC236}">
                    <a16:creationId xmlns:a16="http://schemas.microsoft.com/office/drawing/2014/main" id="{D2FE8488-8E46-4568-1589-08E0F1B80A49}"/>
                  </a:ext>
                </a:extLst>
              </p:cNvPr>
              <p:cNvCxnSpPr>
                <a:cxnSpLocks/>
                <a:stCxn id="11" idx="6"/>
                <a:endCxn id="51" idx="2"/>
              </p:cNvCxnSpPr>
              <p:nvPr/>
            </p:nvCxnSpPr>
            <p:spPr>
              <a:xfrm>
                <a:off x="3923478" y="7414730"/>
                <a:ext cx="1068278" cy="829585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7" name="Google Shape;540;p6">
                <a:extLst>
                  <a:ext uri="{FF2B5EF4-FFF2-40B4-BE49-F238E27FC236}">
                    <a16:creationId xmlns:a16="http://schemas.microsoft.com/office/drawing/2014/main" id="{042EBC73-575D-D3D9-4B2E-8DC37FCC6A47}"/>
                  </a:ext>
                </a:extLst>
              </p:cNvPr>
              <p:cNvSpPr/>
              <p:nvPr/>
            </p:nvSpPr>
            <p:spPr>
              <a:xfrm>
                <a:off x="4991756" y="3225541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42;p6">
                <a:extLst>
                  <a:ext uri="{FF2B5EF4-FFF2-40B4-BE49-F238E27FC236}">
                    <a16:creationId xmlns:a16="http://schemas.microsoft.com/office/drawing/2014/main" id="{78D99C59-945E-162E-1282-C45BA09FB1DF}"/>
                  </a:ext>
                </a:extLst>
              </p:cNvPr>
              <p:cNvSpPr/>
              <p:nvPr/>
            </p:nvSpPr>
            <p:spPr>
              <a:xfrm>
                <a:off x="4991756" y="468239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544;p6">
                <a:extLst>
                  <a:ext uri="{FF2B5EF4-FFF2-40B4-BE49-F238E27FC236}">
                    <a16:creationId xmlns:a16="http://schemas.microsoft.com/office/drawing/2014/main" id="{3AC8B48C-ED0A-8431-AA86-CF6892715C9B}"/>
                  </a:ext>
                </a:extLst>
              </p:cNvPr>
              <p:cNvSpPr/>
              <p:nvPr/>
            </p:nvSpPr>
            <p:spPr>
              <a:xfrm>
                <a:off x="4991756" y="6209030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558;p6">
                <a:extLst>
                  <a:ext uri="{FF2B5EF4-FFF2-40B4-BE49-F238E27FC236}">
                    <a16:creationId xmlns:a16="http://schemas.microsoft.com/office/drawing/2014/main" id="{6257D592-ACD5-3D79-189F-0D58CFDF138F}"/>
                  </a:ext>
                </a:extLst>
              </p:cNvPr>
              <p:cNvSpPr/>
              <p:nvPr/>
            </p:nvSpPr>
            <p:spPr>
              <a:xfrm>
                <a:off x="7155511" y="180212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59;p6">
                <a:extLst>
                  <a:ext uri="{FF2B5EF4-FFF2-40B4-BE49-F238E27FC236}">
                    <a16:creationId xmlns:a16="http://schemas.microsoft.com/office/drawing/2014/main" id="{FAE4F29C-9A6F-9B88-0665-E29420226C57}"/>
                  </a:ext>
                </a:extLst>
              </p:cNvPr>
              <p:cNvSpPr/>
              <p:nvPr/>
            </p:nvSpPr>
            <p:spPr>
              <a:xfrm>
                <a:off x="7155511" y="3234327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560;p6">
                <a:extLst>
                  <a:ext uri="{FF2B5EF4-FFF2-40B4-BE49-F238E27FC236}">
                    <a16:creationId xmlns:a16="http://schemas.microsoft.com/office/drawing/2014/main" id="{37C532BE-3050-8350-FC23-5D2A9088C7EA}"/>
                  </a:ext>
                </a:extLst>
              </p:cNvPr>
              <p:cNvSpPr/>
              <p:nvPr/>
            </p:nvSpPr>
            <p:spPr>
              <a:xfrm>
                <a:off x="7155511" y="4748882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561;p6">
                <a:extLst>
                  <a:ext uri="{FF2B5EF4-FFF2-40B4-BE49-F238E27FC236}">
                    <a16:creationId xmlns:a16="http://schemas.microsoft.com/office/drawing/2014/main" id="{7B8B9B28-253C-27CB-F8A1-8107393D4BA9}"/>
                  </a:ext>
                </a:extLst>
              </p:cNvPr>
              <p:cNvSpPr/>
              <p:nvPr/>
            </p:nvSpPr>
            <p:spPr>
              <a:xfrm>
                <a:off x="7155511" y="6239113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562;p6">
                <a:extLst>
                  <a:ext uri="{FF2B5EF4-FFF2-40B4-BE49-F238E27FC236}">
                    <a16:creationId xmlns:a16="http://schemas.microsoft.com/office/drawing/2014/main" id="{A95166E0-85C5-6906-CEDA-41F45AD49BB6}"/>
                  </a:ext>
                </a:extLst>
              </p:cNvPr>
              <p:cNvSpPr/>
              <p:nvPr/>
            </p:nvSpPr>
            <p:spPr>
              <a:xfrm>
                <a:off x="7155511" y="7713186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5" name="Google Shape;563;p6">
                <a:extLst>
                  <a:ext uri="{FF2B5EF4-FFF2-40B4-BE49-F238E27FC236}">
                    <a16:creationId xmlns:a16="http://schemas.microsoft.com/office/drawing/2014/main" id="{A6FF7B0D-97E5-BE19-0A2C-76EAB46F0305}"/>
                  </a:ext>
                </a:extLst>
              </p:cNvPr>
              <p:cNvCxnSpPr>
                <a:cxnSpLocks/>
                <a:stCxn id="27" idx="6"/>
                <a:endCxn id="31" idx="2"/>
              </p:cNvCxnSpPr>
              <p:nvPr/>
            </p:nvCxnSpPr>
            <p:spPr>
              <a:xfrm>
                <a:off x="6038389" y="3765687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6" name="Google Shape;564;p6">
                <a:extLst>
                  <a:ext uri="{FF2B5EF4-FFF2-40B4-BE49-F238E27FC236}">
                    <a16:creationId xmlns:a16="http://schemas.microsoft.com/office/drawing/2014/main" id="{C457E85F-176C-A4C1-D5A9-97C1032E017D}"/>
                  </a:ext>
                </a:extLst>
              </p:cNvPr>
              <p:cNvCxnSpPr>
                <a:cxnSpLocks/>
                <a:stCxn id="28" idx="6"/>
                <a:endCxn id="32" idx="2"/>
              </p:cNvCxnSpPr>
              <p:nvPr/>
            </p:nvCxnSpPr>
            <p:spPr>
              <a:xfrm>
                <a:off x="6038389" y="5222538"/>
                <a:ext cx="1117200" cy="6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7" name="Google Shape;565;p6">
                <a:extLst>
                  <a:ext uri="{FF2B5EF4-FFF2-40B4-BE49-F238E27FC236}">
                    <a16:creationId xmlns:a16="http://schemas.microsoft.com/office/drawing/2014/main" id="{3C9DB35F-CFC1-AD9B-3419-A06AB42EB40A}"/>
                  </a:ext>
                </a:extLst>
              </p:cNvPr>
              <p:cNvCxnSpPr>
                <a:cxnSpLocks/>
                <a:stCxn id="29" idx="6"/>
                <a:endCxn id="33" idx="2"/>
              </p:cNvCxnSpPr>
              <p:nvPr/>
            </p:nvCxnSpPr>
            <p:spPr>
              <a:xfrm>
                <a:off x="6038389" y="6749176"/>
                <a:ext cx="1117200" cy="30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" name="Google Shape;566;p6">
                <a:extLst>
                  <a:ext uri="{FF2B5EF4-FFF2-40B4-BE49-F238E27FC236}">
                    <a16:creationId xmlns:a16="http://schemas.microsoft.com/office/drawing/2014/main" id="{54598FA0-52BB-9FAC-095D-8AF323AF9C7C}"/>
                  </a:ext>
                </a:extLst>
              </p:cNvPr>
              <p:cNvCxnSpPr>
                <a:cxnSpLocks/>
                <a:stCxn id="27" idx="6"/>
                <a:endCxn id="30" idx="2"/>
              </p:cNvCxnSpPr>
              <p:nvPr/>
            </p:nvCxnSpPr>
            <p:spPr>
              <a:xfrm rot="10800000" flipH="1">
                <a:off x="6038389" y="2342187"/>
                <a:ext cx="1117200" cy="142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" name="Google Shape;567;p6">
                <a:extLst>
                  <a:ext uri="{FF2B5EF4-FFF2-40B4-BE49-F238E27FC236}">
                    <a16:creationId xmlns:a16="http://schemas.microsoft.com/office/drawing/2014/main" id="{79010754-C0B7-8B50-6EB3-88AD8DFE6360}"/>
                  </a:ext>
                </a:extLst>
              </p:cNvPr>
              <p:cNvCxnSpPr>
                <a:cxnSpLocks/>
                <a:stCxn id="27" idx="6"/>
                <a:endCxn id="32" idx="2"/>
              </p:cNvCxnSpPr>
              <p:nvPr/>
            </p:nvCxnSpPr>
            <p:spPr>
              <a:xfrm>
                <a:off x="6038389" y="3765687"/>
                <a:ext cx="1117200" cy="152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0" name="Google Shape;568;p6">
                <a:extLst>
                  <a:ext uri="{FF2B5EF4-FFF2-40B4-BE49-F238E27FC236}">
                    <a16:creationId xmlns:a16="http://schemas.microsoft.com/office/drawing/2014/main" id="{7BFBBC1D-CD00-83D7-8F84-3D4BEADE3EC1}"/>
                  </a:ext>
                </a:extLst>
              </p:cNvPr>
              <p:cNvCxnSpPr>
                <a:cxnSpLocks/>
                <a:stCxn id="27" idx="6"/>
                <a:endCxn id="33" idx="2"/>
              </p:cNvCxnSpPr>
              <p:nvPr/>
            </p:nvCxnSpPr>
            <p:spPr>
              <a:xfrm>
                <a:off x="6038389" y="3765687"/>
                <a:ext cx="1117200" cy="30135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569;p6">
                <a:extLst>
                  <a:ext uri="{FF2B5EF4-FFF2-40B4-BE49-F238E27FC236}">
                    <a16:creationId xmlns:a16="http://schemas.microsoft.com/office/drawing/2014/main" id="{40970638-ED6E-F346-96A2-086D15393EF5}"/>
                  </a:ext>
                </a:extLst>
              </p:cNvPr>
              <p:cNvCxnSpPr>
                <a:cxnSpLocks/>
                <a:stCxn id="27" idx="6"/>
                <a:endCxn id="34" idx="2"/>
              </p:cNvCxnSpPr>
              <p:nvPr/>
            </p:nvCxnSpPr>
            <p:spPr>
              <a:xfrm>
                <a:off x="6038389" y="3765687"/>
                <a:ext cx="1117200" cy="448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570;p6">
                <a:extLst>
                  <a:ext uri="{FF2B5EF4-FFF2-40B4-BE49-F238E27FC236}">
                    <a16:creationId xmlns:a16="http://schemas.microsoft.com/office/drawing/2014/main" id="{14B45502-8CB5-6F80-088C-99CE2DB3F506}"/>
                  </a:ext>
                </a:extLst>
              </p:cNvPr>
              <p:cNvCxnSpPr>
                <a:cxnSpLocks/>
                <a:stCxn id="28" idx="6"/>
                <a:endCxn id="31" idx="2"/>
              </p:cNvCxnSpPr>
              <p:nvPr/>
            </p:nvCxnSpPr>
            <p:spPr>
              <a:xfrm rot="10800000" flipH="1">
                <a:off x="6038389" y="3774438"/>
                <a:ext cx="1117200" cy="144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571;p6">
                <a:extLst>
                  <a:ext uri="{FF2B5EF4-FFF2-40B4-BE49-F238E27FC236}">
                    <a16:creationId xmlns:a16="http://schemas.microsoft.com/office/drawing/2014/main" id="{857029AB-0F71-90D9-AFC7-8D34B4C73DFA}"/>
                  </a:ext>
                </a:extLst>
              </p:cNvPr>
              <p:cNvCxnSpPr>
                <a:cxnSpLocks/>
                <a:stCxn id="28" idx="6"/>
                <a:endCxn id="30" idx="2"/>
              </p:cNvCxnSpPr>
              <p:nvPr/>
            </p:nvCxnSpPr>
            <p:spPr>
              <a:xfrm rot="10800000" flipH="1">
                <a:off x="6038389" y="2342238"/>
                <a:ext cx="1117200" cy="2880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572;p6">
                <a:extLst>
                  <a:ext uri="{FF2B5EF4-FFF2-40B4-BE49-F238E27FC236}">
                    <a16:creationId xmlns:a16="http://schemas.microsoft.com/office/drawing/2014/main" id="{3201F17D-B666-E384-115C-85BE24FFD351}"/>
                  </a:ext>
                </a:extLst>
              </p:cNvPr>
              <p:cNvCxnSpPr>
                <a:cxnSpLocks/>
                <a:stCxn id="28" idx="6"/>
                <a:endCxn id="33" idx="2"/>
              </p:cNvCxnSpPr>
              <p:nvPr/>
            </p:nvCxnSpPr>
            <p:spPr>
              <a:xfrm>
                <a:off x="6038389" y="5222538"/>
                <a:ext cx="111720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573;p6">
                <a:extLst>
                  <a:ext uri="{FF2B5EF4-FFF2-40B4-BE49-F238E27FC236}">
                    <a16:creationId xmlns:a16="http://schemas.microsoft.com/office/drawing/2014/main" id="{F2CF9452-15BB-821E-3CBF-3098CAD88FE6}"/>
                  </a:ext>
                </a:extLst>
              </p:cNvPr>
              <p:cNvCxnSpPr>
                <a:cxnSpLocks/>
                <a:stCxn id="28" idx="6"/>
                <a:endCxn id="34" idx="2"/>
              </p:cNvCxnSpPr>
              <p:nvPr/>
            </p:nvCxnSpPr>
            <p:spPr>
              <a:xfrm>
                <a:off x="6038389" y="5222538"/>
                <a:ext cx="1117200" cy="303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574;p6">
                <a:extLst>
                  <a:ext uri="{FF2B5EF4-FFF2-40B4-BE49-F238E27FC236}">
                    <a16:creationId xmlns:a16="http://schemas.microsoft.com/office/drawing/2014/main" id="{27E0D5A5-3B2A-CA2E-CA82-DAA02242ECD0}"/>
                  </a:ext>
                </a:extLst>
              </p:cNvPr>
              <p:cNvCxnSpPr>
                <a:cxnSpLocks/>
                <a:stCxn id="29" idx="6"/>
                <a:endCxn id="30" idx="2"/>
              </p:cNvCxnSpPr>
              <p:nvPr/>
            </p:nvCxnSpPr>
            <p:spPr>
              <a:xfrm rot="10800000" flipH="1">
                <a:off x="6038389" y="2342176"/>
                <a:ext cx="1117200" cy="4407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575;p6">
                <a:extLst>
                  <a:ext uri="{FF2B5EF4-FFF2-40B4-BE49-F238E27FC236}">
                    <a16:creationId xmlns:a16="http://schemas.microsoft.com/office/drawing/2014/main" id="{A5ED5F30-ED62-FF13-636A-3F2319A387B7}"/>
                  </a:ext>
                </a:extLst>
              </p:cNvPr>
              <p:cNvCxnSpPr>
                <a:cxnSpLocks/>
                <a:stCxn id="29" idx="6"/>
                <a:endCxn id="31" idx="2"/>
              </p:cNvCxnSpPr>
              <p:nvPr/>
            </p:nvCxnSpPr>
            <p:spPr>
              <a:xfrm rot="10800000" flipH="1">
                <a:off x="6038389" y="3774376"/>
                <a:ext cx="1117200" cy="2974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" name="Google Shape;576;p6">
                <a:extLst>
                  <a:ext uri="{FF2B5EF4-FFF2-40B4-BE49-F238E27FC236}">
                    <a16:creationId xmlns:a16="http://schemas.microsoft.com/office/drawing/2014/main" id="{8B237C6E-F0D7-7520-FC9E-14C41424277F}"/>
                  </a:ext>
                </a:extLst>
              </p:cNvPr>
              <p:cNvCxnSpPr>
                <a:cxnSpLocks/>
                <a:stCxn id="29" idx="6"/>
                <a:endCxn id="32" idx="2"/>
              </p:cNvCxnSpPr>
              <p:nvPr/>
            </p:nvCxnSpPr>
            <p:spPr>
              <a:xfrm rot="10800000" flipH="1">
                <a:off x="6038389" y="5289076"/>
                <a:ext cx="1117200" cy="1460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9" name="Google Shape;577;p6">
                <a:extLst>
                  <a:ext uri="{FF2B5EF4-FFF2-40B4-BE49-F238E27FC236}">
                    <a16:creationId xmlns:a16="http://schemas.microsoft.com/office/drawing/2014/main" id="{27C5BD22-F218-A05B-D475-687A8016DC08}"/>
                  </a:ext>
                </a:extLst>
              </p:cNvPr>
              <p:cNvCxnSpPr>
                <a:cxnSpLocks/>
                <a:stCxn id="29" idx="6"/>
                <a:endCxn id="34" idx="2"/>
              </p:cNvCxnSpPr>
              <p:nvPr/>
            </p:nvCxnSpPr>
            <p:spPr>
              <a:xfrm>
                <a:off x="6038389" y="6749176"/>
                <a:ext cx="1117200" cy="1504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50" name="Google Shape;546;p6">
                <a:extLst>
                  <a:ext uri="{FF2B5EF4-FFF2-40B4-BE49-F238E27FC236}">
                    <a16:creationId xmlns:a16="http://schemas.microsoft.com/office/drawing/2014/main" id="{509F97D9-B227-BAF3-3851-F3C0159B453E}"/>
                  </a:ext>
                </a:extLst>
              </p:cNvPr>
              <p:cNvSpPr/>
              <p:nvPr/>
            </p:nvSpPr>
            <p:spPr>
              <a:xfrm>
                <a:off x="4991756" y="1793338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1</a:t>
                </a:r>
                <a:endParaRPr lang="en-US"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49;p6">
                <a:extLst>
                  <a:ext uri="{FF2B5EF4-FFF2-40B4-BE49-F238E27FC236}">
                    <a16:creationId xmlns:a16="http://schemas.microsoft.com/office/drawing/2014/main" id="{E3DB9B3F-87B1-3437-C2F1-30CF9C92B2A8}"/>
                  </a:ext>
                </a:extLst>
              </p:cNvPr>
              <p:cNvSpPr/>
              <p:nvPr/>
            </p:nvSpPr>
            <p:spPr>
              <a:xfrm>
                <a:off x="4991756" y="7704169"/>
                <a:ext cx="1046633" cy="1080291"/>
              </a:xfrm>
              <a:prstGeom prst="flowChartConnector">
                <a:avLst/>
              </a:pr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2000" baseline="-25000" err="1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k</a:t>
                </a:r>
                <a:endParaRPr lang="en-US"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2" name="Google Shape;578;p6">
                <a:extLst>
                  <a:ext uri="{FF2B5EF4-FFF2-40B4-BE49-F238E27FC236}">
                    <a16:creationId xmlns:a16="http://schemas.microsoft.com/office/drawing/2014/main" id="{CC8DB444-548F-5D78-FD78-9FBFB996C110}"/>
                  </a:ext>
                </a:extLst>
              </p:cNvPr>
              <p:cNvCxnSpPr>
                <a:cxnSpLocks/>
                <a:stCxn id="50" idx="6"/>
                <a:endCxn id="30" idx="2"/>
              </p:cNvCxnSpPr>
              <p:nvPr/>
            </p:nvCxnSpPr>
            <p:spPr>
              <a:xfrm>
                <a:off x="6038389" y="2333484"/>
                <a:ext cx="1117200" cy="8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79;p6">
                <a:extLst>
                  <a:ext uri="{FF2B5EF4-FFF2-40B4-BE49-F238E27FC236}">
                    <a16:creationId xmlns:a16="http://schemas.microsoft.com/office/drawing/2014/main" id="{9DB731A7-1DF4-C374-FC47-0840B62235FA}"/>
                  </a:ext>
                </a:extLst>
              </p:cNvPr>
              <p:cNvCxnSpPr>
                <a:cxnSpLocks/>
                <a:stCxn id="50" idx="6"/>
                <a:endCxn id="31" idx="2"/>
              </p:cNvCxnSpPr>
              <p:nvPr/>
            </p:nvCxnSpPr>
            <p:spPr>
              <a:xfrm>
                <a:off x="6038389" y="2333484"/>
                <a:ext cx="1117200" cy="1440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80;p6">
                <a:extLst>
                  <a:ext uri="{FF2B5EF4-FFF2-40B4-BE49-F238E27FC236}">
                    <a16:creationId xmlns:a16="http://schemas.microsoft.com/office/drawing/2014/main" id="{C5DE6F5A-A150-6F0F-BF62-3F0877BE46D5}"/>
                  </a:ext>
                </a:extLst>
              </p:cNvPr>
              <p:cNvCxnSpPr>
                <a:cxnSpLocks/>
                <a:stCxn id="50" idx="6"/>
                <a:endCxn id="32" idx="2"/>
              </p:cNvCxnSpPr>
              <p:nvPr/>
            </p:nvCxnSpPr>
            <p:spPr>
              <a:xfrm>
                <a:off x="6038389" y="2333484"/>
                <a:ext cx="1117200" cy="2955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81;p6">
                <a:extLst>
                  <a:ext uri="{FF2B5EF4-FFF2-40B4-BE49-F238E27FC236}">
                    <a16:creationId xmlns:a16="http://schemas.microsoft.com/office/drawing/2014/main" id="{D5BDB8A8-5236-06ED-11D4-C1EB9E5E2859}"/>
                  </a:ext>
                </a:extLst>
              </p:cNvPr>
              <p:cNvCxnSpPr>
                <a:cxnSpLocks/>
                <a:stCxn id="50" idx="6"/>
                <a:endCxn id="33" idx="2"/>
              </p:cNvCxnSpPr>
              <p:nvPr/>
            </p:nvCxnSpPr>
            <p:spPr>
              <a:xfrm>
                <a:off x="6038389" y="2333484"/>
                <a:ext cx="1117200" cy="4445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82;p6">
                <a:extLst>
                  <a:ext uri="{FF2B5EF4-FFF2-40B4-BE49-F238E27FC236}">
                    <a16:creationId xmlns:a16="http://schemas.microsoft.com/office/drawing/2014/main" id="{211A2E38-5F52-F86B-22B2-180988334601}"/>
                  </a:ext>
                </a:extLst>
              </p:cNvPr>
              <p:cNvCxnSpPr>
                <a:cxnSpLocks/>
                <a:stCxn id="50" idx="6"/>
                <a:endCxn id="34" idx="2"/>
              </p:cNvCxnSpPr>
              <p:nvPr/>
            </p:nvCxnSpPr>
            <p:spPr>
              <a:xfrm>
                <a:off x="6038389" y="2333484"/>
                <a:ext cx="1117200" cy="5919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83;p6">
                <a:extLst>
                  <a:ext uri="{FF2B5EF4-FFF2-40B4-BE49-F238E27FC236}">
                    <a16:creationId xmlns:a16="http://schemas.microsoft.com/office/drawing/2014/main" id="{0BD85940-1C8C-C4F0-44BD-97785D5F7A0E}"/>
                  </a:ext>
                </a:extLst>
              </p:cNvPr>
              <p:cNvCxnSpPr>
                <a:cxnSpLocks/>
                <a:stCxn id="51" idx="6"/>
                <a:endCxn id="34" idx="2"/>
              </p:cNvCxnSpPr>
              <p:nvPr/>
            </p:nvCxnSpPr>
            <p:spPr>
              <a:xfrm>
                <a:off x="6038389" y="8244315"/>
                <a:ext cx="1117200" cy="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4;p6">
                <a:extLst>
                  <a:ext uri="{FF2B5EF4-FFF2-40B4-BE49-F238E27FC236}">
                    <a16:creationId xmlns:a16="http://schemas.microsoft.com/office/drawing/2014/main" id="{90299DC4-14EC-D8E2-3E61-A95ECD3CAB68}"/>
                  </a:ext>
                </a:extLst>
              </p:cNvPr>
              <p:cNvCxnSpPr>
                <a:cxnSpLocks/>
                <a:stCxn id="51" idx="6"/>
                <a:endCxn id="33" idx="2"/>
              </p:cNvCxnSpPr>
              <p:nvPr/>
            </p:nvCxnSpPr>
            <p:spPr>
              <a:xfrm rot="10800000" flipH="1">
                <a:off x="6038389" y="6779115"/>
                <a:ext cx="1117200" cy="1465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85;p6">
                <a:extLst>
                  <a:ext uri="{FF2B5EF4-FFF2-40B4-BE49-F238E27FC236}">
                    <a16:creationId xmlns:a16="http://schemas.microsoft.com/office/drawing/2014/main" id="{DAAC7A1B-6AEE-9FCE-545D-AC06C022EDDB}"/>
                  </a:ext>
                </a:extLst>
              </p:cNvPr>
              <p:cNvCxnSpPr>
                <a:cxnSpLocks/>
                <a:stCxn id="51" idx="6"/>
                <a:endCxn id="32" idx="2"/>
              </p:cNvCxnSpPr>
              <p:nvPr/>
            </p:nvCxnSpPr>
            <p:spPr>
              <a:xfrm rot="10800000" flipH="1">
                <a:off x="6038389" y="5289015"/>
                <a:ext cx="1117200" cy="295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586;p6">
                <a:extLst>
                  <a:ext uri="{FF2B5EF4-FFF2-40B4-BE49-F238E27FC236}">
                    <a16:creationId xmlns:a16="http://schemas.microsoft.com/office/drawing/2014/main" id="{C0B858E7-1758-B524-6E4A-66BDFD7AA42E}"/>
                  </a:ext>
                </a:extLst>
              </p:cNvPr>
              <p:cNvCxnSpPr>
                <a:cxnSpLocks/>
                <a:stCxn id="51" idx="6"/>
                <a:endCxn id="31" idx="2"/>
              </p:cNvCxnSpPr>
              <p:nvPr/>
            </p:nvCxnSpPr>
            <p:spPr>
              <a:xfrm rot="10800000" flipH="1">
                <a:off x="6038389" y="3774615"/>
                <a:ext cx="1117200" cy="4469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587;p6">
                <a:extLst>
                  <a:ext uri="{FF2B5EF4-FFF2-40B4-BE49-F238E27FC236}">
                    <a16:creationId xmlns:a16="http://schemas.microsoft.com/office/drawing/2014/main" id="{A1E8A40B-BF6D-63E9-BD9D-9A9F3F201F13}"/>
                  </a:ext>
                </a:extLst>
              </p:cNvPr>
              <p:cNvCxnSpPr>
                <a:cxnSpLocks/>
                <a:stCxn id="51" idx="6"/>
                <a:endCxn id="30" idx="2"/>
              </p:cNvCxnSpPr>
              <p:nvPr/>
            </p:nvCxnSpPr>
            <p:spPr>
              <a:xfrm rot="10800000" flipH="1">
                <a:off x="6038389" y="2342415"/>
                <a:ext cx="1117200" cy="5901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588;p6">
                <a:extLst>
                  <a:ext uri="{FF2B5EF4-FFF2-40B4-BE49-F238E27FC236}">
                    <a16:creationId xmlns:a16="http://schemas.microsoft.com/office/drawing/2014/main" id="{B447ABF0-1E7A-F5F7-51E9-9BBB8AA518A1}"/>
                  </a:ext>
                </a:extLst>
              </p:cNvPr>
              <p:cNvCxnSpPr>
                <a:cxnSpLocks/>
                <a:stCxn id="30" idx="6"/>
                <a:endCxn id="12" idx="2"/>
              </p:cNvCxnSpPr>
              <p:nvPr/>
            </p:nvCxnSpPr>
            <p:spPr>
              <a:xfrm>
                <a:off x="8202144" y="2342271"/>
                <a:ext cx="1117200" cy="2028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589;p6">
                <a:extLst>
                  <a:ext uri="{FF2B5EF4-FFF2-40B4-BE49-F238E27FC236}">
                    <a16:creationId xmlns:a16="http://schemas.microsoft.com/office/drawing/2014/main" id="{621C3F97-542F-9A21-2696-4A15224D6A2B}"/>
                  </a:ext>
                </a:extLst>
              </p:cNvPr>
              <p:cNvCxnSpPr>
                <a:cxnSpLocks/>
                <a:stCxn id="31" idx="6"/>
                <a:endCxn id="12" idx="2"/>
              </p:cNvCxnSpPr>
              <p:nvPr/>
            </p:nvCxnSpPr>
            <p:spPr>
              <a:xfrm>
                <a:off x="8202144" y="3774473"/>
                <a:ext cx="1117200" cy="59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590;p6">
                <a:extLst>
                  <a:ext uri="{FF2B5EF4-FFF2-40B4-BE49-F238E27FC236}">
                    <a16:creationId xmlns:a16="http://schemas.microsoft.com/office/drawing/2014/main" id="{AAD331EC-EAD2-FAB4-009E-E246F4617E2A}"/>
                  </a:ext>
                </a:extLst>
              </p:cNvPr>
              <p:cNvCxnSpPr>
                <a:cxnSpLocks/>
                <a:stCxn id="32" idx="6"/>
                <a:endCxn id="12" idx="2"/>
              </p:cNvCxnSpPr>
              <p:nvPr/>
            </p:nvCxnSpPr>
            <p:spPr>
              <a:xfrm rot="10800000" flipH="1">
                <a:off x="8202144" y="4371028"/>
                <a:ext cx="1117200" cy="91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5" name="Google Shape;591;p6">
                <a:extLst>
                  <a:ext uri="{FF2B5EF4-FFF2-40B4-BE49-F238E27FC236}">
                    <a16:creationId xmlns:a16="http://schemas.microsoft.com/office/drawing/2014/main" id="{2019147A-D51D-5BAF-3037-51EC495C5E7E}"/>
                  </a:ext>
                </a:extLst>
              </p:cNvPr>
              <p:cNvCxnSpPr>
                <a:cxnSpLocks/>
                <a:stCxn id="33" idx="6"/>
                <a:endCxn id="12" idx="2"/>
              </p:cNvCxnSpPr>
              <p:nvPr/>
            </p:nvCxnSpPr>
            <p:spPr>
              <a:xfrm rot="10800000" flipH="1">
                <a:off x="8202144" y="4371159"/>
                <a:ext cx="1117200" cy="240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6" name="Google Shape;592;p6">
                <a:extLst>
                  <a:ext uri="{FF2B5EF4-FFF2-40B4-BE49-F238E27FC236}">
                    <a16:creationId xmlns:a16="http://schemas.microsoft.com/office/drawing/2014/main" id="{285D87C0-1FC4-8F58-679C-F06F59F6C310}"/>
                  </a:ext>
                </a:extLst>
              </p:cNvPr>
              <p:cNvCxnSpPr>
                <a:cxnSpLocks/>
                <a:stCxn id="34" idx="6"/>
                <a:endCxn id="12" idx="2"/>
              </p:cNvCxnSpPr>
              <p:nvPr/>
            </p:nvCxnSpPr>
            <p:spPr>
              <a:xfrm rot="10800000" flipH="1">
                <a:off x="8202144" y="4371032"/>
                <a:ext cx="1117200" cy="3882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67" name="Google Shape;593;p6">
                <a:extLst>
                  <a:ext uri="{FF2B5EF4-FFF2-40B4-BE49-F238E27FC236}">
                    <a16:creationId xmlns:a16="http://schemas.microsoft.com/office/drawing/2014/main" id="{92E57A4B-186F-7CE9-5BFA-9E8FD3ABE536}"/>
                  </a:ext>
                </a:extLst>
              </p:cNvPr>
              <p:cNvSpPr/>
              <p:nvPr/>
            </p:nvSpPr>
            <p:spPr>
              <a:xfrm>
                <a:off x="9319268" y="5687963"/>
                <a:ext cx="1046633" cy="1080291"/>
              </a:xfrm>
              <a:prstGeom prst="flowChartConnector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y</a:t>
                </a:r>
                <a:r>
                  <a:rPr lang="en-US" sz="2000" b="0" i="0" u="none" strike="noStrike" cap="none" baseline="-25000">
                    <a:solidFill>
                      <a:schemeClr val="lt1"/>
                    </a:solidFill>
                    <a:ea typeface="Calibri"/>
                    <a:cs typeface="Calibri"/>
                    <a:sym typeface="Calibri"/>
                  </a:rPr>
                  <a:t>2</a:t>
                </a:r>
                <a:endParaRPr sz="2000" b="0" i="0" u="none" strike="noStrike" cap="none" baseline="-250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8" name="Google Shape;594;p6">
                <a:extLst>
                  <a:ext uri="{FF2B5EF4-FFF2-40B4-BE49-F238E27FC236}">
                    <a16:creationId xmlns:a16="http://schemas.microsoft.com/office/drawing/2014/main" id="{CCEC99FA-952F-FCFB-3B22-B245F98C88C5}"/>
                  </a:ext>
                </a:extLst>
              </p:cNvPr>
              <p:cNvCxnSpPr>
                <a:cxnSpLocks/>
                <a:stCxn id="31" idx="6"/>
                <a:endCxn id="67" idx="2"/>
              </p:cNvCxnSpPr>
              <p:nvPr/>
            </p:nvCxnSpPr>
            <p:spPr>
              <a:xfrm>
                <a:off x="8202144" y="3774473"/>
                <a:ext cx="1117200" cy="245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595;p6">
                <a:extLst>
                  <a:ext uri="{FF2B5EF4-FFF2-40B4-BE49-F238E27FC236}">
                    <a16:creationId xmlns:a16="http://schemas.microsoft.com/office/drawing/2014/main" id="{0388C137-BC60-C7D5-F9D5-6019B9A5596A}"/>
                  </a:ext>
                </a:extLst>
              </p:cNvPr>
              <p:cNvCxnSpPr>
                <a:cxnSpLocks/>
                <a:stCxn id="32" idx="6"/>
                <a:endCxn id="67" idx="2"/>
              </p:cNvCxnSpPr>
              <p:nvPr/>
            </p:nvCxnSpPr>
            <p:spPr>
              <a:xfrm>
                <a:off x="8202144" y="5289028"/>
                <a:ext cx="1117200" cy="939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596;p6">
                <a:extLst>
                  <a:ext uri="{FF2B5EF4-FFF2-40B4-BE49-F238E27FC236}">
                    <a16:creationId xmlns:a16="http://schemas.microsoft.com/office/drawing/2014/main" id="{54B6E1A8-4CEB-A2EF-F0A3-94EB412A8927}"/>
                  </a:ext>
                </a:extLst>
              </p:cNvPr>
              <p:cNvCxnSpPr>
                <a:cxnSpLocks/>
                <a:stCxn id="33" idx="6"/>
                <a:endCxn id="67" idx="2"/>
              </p:cNvCxnSpPr>
              <p:nvPr/>
            </p:nvCxnSpPr>
            <p:spPr>
              <a:xfrm rot="10800000" flipH="1">
                <a:off x="8202144" y="6228159"/>
                <a:ext cx="1117200" cy="55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597;p6">
                <a:extLst>
                  <a:ext uri="{FF2B5EF4-FFF2-40B4-BE49-F238E27FC236}">
                    <a16:creationId xmlns:a16="http://schemas.microsoft.com/office/drawing/2014/main" id="{CF5FB170-E254-D44F-3E4D-4C2080445204}"/>
                  </a:ext>
                </a:extLst>
              </p:cNvPr>
              <p:cNvCxnSpPr>
                <a:cxnSpLocks/>
                <a:stCxn id="34" idx="6"/>
                <a:endCxn id="67" idx="2"/>
              </p:cNvCxnSpPr>
              <p:nvPr/>
            </p:nvCxnSpPr>
            <p:spPr>
              <a:xfrm rot="10800000" flipH="1">
                <a:off x="8202144" y="6228032"/>
                <a:ext cx="1117200" cy="202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2" name="Google Shape;598;p6">
                <a:extLst>
                  <a:ext uri="{FF2B5EF4-FFF2-40B4-BE49-F238E27FC236}">
                    <a16:creationId xmlns:a16="http://schemas.microsoft.com/office/drawing/2014/main" id="{F3907EFF-0D4D-99CF-9700-6E379CC8E185}"/>
                  </a:ext>
                </a:extLst>
              </p:cNvPr>
              <p:cNvCxnSpPr>
                <a:cxnSpLocks/>
                <a:stCxn id="30" idx="6"/>
                <a:endCxn id="67" idx="2"/>
              </p:cNvCxnSpPr>
              <p:nvPr/>
            </p:nvCxnSpPr>
            <p:spPr>
              <a:xfrm>
                <a:off x="8202144" y="2342271"/>
                <a:ext cx="1117200" cy="388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599;p6">
                <a:extLst>
                  <a:ext uri="{FF2B5EF4-FFF2-40B4-BE49-F238E27FC236}">
                    <a16:creationId xmlns:a16="http://schemas.microsoft.com/office/drawing/2014/main" id="{8881C828-D6A0-A6B9-DA22-B87EE9610E0A}"/>
                  </a:ext>
                </a:extLst>
              </p:cNvPr>
              <p:cNvCxnSpPr>
                <a:cxnSpLocks/>
                <a:stCxn id="9" idx="6"/>
                <a:endCxn id="29" idx="2"/>
              </p:cNvCxnSpPr>
              <p:nvPr/>
            </p:nvCxnSpPr>
            <p:spPr>
              <a:xfrm>
                <a:off x="3874633" y="3759835"/>
                <a:ext cx="1117200" cy="298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4" name="Google Shape;600;p6">
              <a:extLst>
                <a:ext uri="{FF2B5EF4-FFF2-40B4-BE49-F238E27FC236}">
                  <a16:creationId xmlns:a16="http://schemas.microsoft.com/office/drawing/2014/main" id="{B4F17576-65F5-B20B-FEEC-EDBE42D3DC4E}"/>
                </a:ext>
              </a:extLst>
            </p:cNvPr>
            <p:cNvSpPr txBox="1"/>
            <p:nvPr/>
          </p:nvSpPr>
          <p:spPr>
            <a:xfrm rot="18475899">
              <a:off x="5529819" y="953524"/>
              <a:ext cx="1036522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="0" i="0" u="none" strike="noStrike" cap="none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11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601;p6">
              <a:extLst>
                <a:ext uri="{FF2B5EF4-FFF2-40B4-BE49-F238E27FC236}">
                  <a16:creationId xmlns:a16="http://schemas.microsoft.com/office/drawing/2014/main" id="{F556072F-CD97-222D-09A5-E3C607F08B0B}"/>
                </a:ext>
              </a:extLst>
            </p:cNvPr>
            <p:cNvSpPr txBox="1"/>
            <p:nvPr/>
          </p:nvSpPr>
          <p:spPr>
            <a:xfrm rot="18475899">
              <a:off x="5513650" y="1904305"/>
              <a:ext cx="1120466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12</a:t>
              </a:r>
              <a:endParaRPr sz="2000">
                <a:solidFill>
                  <a:srgbClr val="FF0000"/>
                </a:solidFill>
              </a:endParaRPr>
            </a:p>
          </p:txBody>
        </p:sp>
        <p:sp>
          <p:nvSpPr>
            <p:cNvPr id="6" name="Google Shape;602;p6">
              <a:extLst>
                <a:ext uri="{FF2B5EF4-FFF2-40B4-BE49-F238E27FC236}">
                  <a16:creationId xmlns:a16="http://schemas.microsoft.com/office/drawing/2014/main" id="{4FF17676-955A-6743-FF05-B0E09E8C4F6D}"/>
                </a:ext>
              </a:extLst>
            </p:cNvPr>
            <p:cNvSpPr txBox="1"/>
            <p:nvPr/>
          </p:nvSpPr>
          <p:spPr>
            <a:xfrm rot="18475899">
              <a:off x="5569098" y="5260339"/>
              <a:ext cx="832643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 err="1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ij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00;p6">
              <a:extLst>
                <a:ext uri="{FF2B5EF4-FFF2-40B4-BE49-F238E27FC236}">
                  <a16:creationId xmlns:a16="http://schemas.microsoft.com/office/drawing/2014/main" id="{3E6EE462-14AC-28B4-F325-29BDD09ABE1B}"/>
                </a:ext>
              </a:extLst>
            </p:cNvPr>
            <p:cNvSpPr txBox="1"/>
            <p:nvPr/>
          </p:nvSpPr>
          <p:spPr>
            <a:xfrm rot="18475899">
              <a:off x="7620143" y="669965"/>
              <a:ext cx="1117620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21</a:t>
              </a:r>
              <a:endParaRPr sz="2000" baseline="-25000">
                <a:solidFill>
                  <a:srgbClr val="FF0000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01;p6">
              <a:extLst>
                <a:ext uri="{FF2B5EF4-FFF2-40B4-BE49-F238E27FC236}">
                  <a16:creationId xmlns:a16="http://schemas.microsoft.com/office/drawing/2014/main" id="{EDA67E88-BEF1-1C9D-49D0-4546F19FC44B}"/>
                </a:ext>
              </a:extLst>
            </p:cNvPr>
            <p:cNvSpPr txBox="1"/>
            <p:nvPr/>
          </p:nvSpPr>
          <p:spPr>
            <a:xfrm rot="18475899">
              <a:off x="7615844" y="1645045"/>
              <a:ext cx="1139951" cy="5139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W</a:t>
              </a:r>
              <a:r>
                <a:rPr lang="en-US" sz="2000" baseline="-25000">
                  <a:solidFill>
                    <a:srgbClr val="FF0000"/>
                  </a:solidFill>
                  <a:ea typeface="Calibri"/>
                  <a:cs typeface="Calibri"/>
                  <a:sym typeface="Calibri"/>
                </a:rPr>
                <a:t>22</a:t>
              </a:r>
              <a:endParaRPr sz="200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4" name="Table 73">
                <a:extLst>
                  <a:ext uri="{FF2B5EF4-FFF2-40B4-BE49-F238E27FC236}">
                    <a16:creationId xmlns:a16="http://schemas.microsoft.com/office/drawing/2014/main" id="{2E92FC9D-E3F5-5871-1B7D-79FA6E6646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6828936"/>
                  </p:ext>
                </p:extLst>
              </p:nvPr>
            </p:nvGraphicFramePr>
            <p:xfrm>
              <a:off x="748689" y="1944098"/>
              <a:ext cx="3253750" cy="280709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50750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650750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650750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  <a:gridCol w="650750">
                      <a:extLst>
                        <a:ext uri="{9D8B030D-6E8A-4147-A177-3AD203B41FA5}">
                          <a16:colId xmlns:a16="http://schemas.microsoft.com/office/drawing/2014/main" val="3179948799"/>
                        </a:ext>
                      </a:extLst>
                    </a:gridCol>
                    <a:gridCol w="650750">
                      <a:extLst>
                        <a:ext uri="{9D8B030D-6E8A-4147-A177-3AD203B41FA5}">
                          <a16:colId xmlns:a16="http://schemas.microsoft.com/office/drawing/2014/main" val="3066281830"/>
                        </a:ext>
                      </a:extLst>
                    </a:gridCol>
                  </a:tblGrid>
                  <a:tr h="56141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56141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56141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  <a:tr h="56141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3743107"/>
                      </a:ext>
                    </a:extLst>
                  </a:tr>
                  <a:tr h="56141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9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104531" marR="104531" marT="52266" marB="52266" anchor="ctr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20439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4" name="Table 73">
                <a:extLst>
                  <a:ext uri="{FF2B5EF4-FFF2-40B4-BE49-F238E27FC236}">
                    <a16:creationId xmlns:a16="http://schemas.microsoft.com/office/drawing/2014/main" id="{2E92FC9D-E3F5-5871-1B7D-79FA6E6646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6828936"/>
                  </p:ext>
                </p:extLst>
              </p:nvPr>
            </p:nvGraphicFramePr>
            <p:xfrm>
              <a:off x="748689" y="1944098"/>
              <a:ext cx="3253750" cy="280709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50750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650750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650750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  <a:gridCol w="650750">
                      <a:extLst>
                        <a:ext uri="{9D8B030D-6E8A-4147-A177-3AD203B41FA5}">
                          <a16:colId xmlns:a16="http://schemas.microsoft.com/office/drawing/2014/main" val="3179948799"/>
                        </a:ext>
                      </a:extLst>
                    </a:gridCol>
                    <a:gridCol w="650750">
                      <a:extLst>
                        <a:ext uri="{9D8B030D-6E8A-4147-A177-3AD203B41FA5}">
                          <a16:colId xmlns:a16="http://schemas.microsoft.com/office/drawing/2014/main" val="3066281830"/>
                        </a:ext>
                      </a:extLst>
                    </a:gridCol>
                  </a:tblGrid>
                  <a:tr h="5614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935" t="-1087" r="-401869" b="-4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100935" t="-1087" r="-301869" b="-4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200935" t="-1087" r="-201869" b="-4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300935" t="-1087" r="-101869" b="-4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400935" t="-1087" r="-1869" b="-4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5614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935" t="-100000" r="-40186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100935" t="-100000" r="-30186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200935" t="-100000" r="-20186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300935" t="-100000" r="-10186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400935" t="-100000" r="-1869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5614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935" t="-202174" r="-401869" b="-20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100935" t="-202174" r="-301869" b="-20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200935" t="-202174" r="-201869" b="-20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300935" t="-202174" r="-101869" b="-20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400935" t="-202174" r="-1869" b="-203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  <a:tr h="5614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935" t="-298925" r="-401869" b="-101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100935" t="-298925" r="-301869" b="-101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200935" t="-298925" r="-201869" b="-101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300935" t="-298925" r="-101869" b="-101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400935" t="-298925" r="-1869" b="-101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3743107"/>
                      </a:ext>
                    </a:extLst>
                  </a:tr>
                  <a:tr h="5614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935" t="-403261" r="-401869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100935" t="-403261" r="-301869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200935" t="-403261" r="-201869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300935" t="-403261" r="-101869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31" marR="104531" marT="52266" marB="52266" anchor="ctr">
                        <a:blipFill>
                          <a:blip r:embed="rId2"/>
                          <a:stretch>
                            <a:fillRect l="-400935" t="-403261" r="-1869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204395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AEC421A-8899-B8A8-91B8-33770F1E595F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1054003" y="2364290"/>
            <a:ext cx="4963102" cy="27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A338498-3C56-FD28-6DBB-F2F06C9EC669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1714219" y="2438877"/>
            <a:ext cx="4302886" cy="970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7A5A802-4529-B07D-BDAE-3322F2501B9F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3657600" y="4672728"/>
            <a:ext cx="2393417" cy="229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027BB57-98E5-302B-E0F7-1DFCC2F6FCF0}"/>
                  </a:ext>
                </a:extLst>
              </p:cNvPr>
              <p:cNvSpPr txBox="1"/>
              <p:nvPr/>
            </p:nvSpPr>
            <p:spPr>
              <a:xfrm>
                <a:off x="5856176" y="3812071"/>
                <a:ext cx="1101298" cy="5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 defTabSz="685800">
                  <a:lnSpc>
                    <a:spcPct val="11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800" b="0" i="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027BB57-98E5-302B-E0F7-1DFCC2F6F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176" y="3812071"/>
                <a:ext cx="1101298" cy="5878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026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2F5344-A9DC-ADBE-FA40-A08185D8A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01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2A660A-A3D1-A10E-51CA-4E3365C24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234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777125-24DE-55C5-9629-BA7C461D5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92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C7195C-F3CA-12BA-0EC5-FB9DCCF9D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564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967103"/>
              </p:ext>
            </p:extLst>
          </p:nvPr>
        </p:nvGraphicFramePr>
        <p:xfrm>
          <a:off x="6357430" y="4241348"/>
          <a:ext cx="2265605" cy="2226455"/>
        </p:xfrm>
        <a:graphic>
          <a:graphicData uri="http://schemas.openxmlformats.org/drawingml/2006/table">
            <a:tbl>
              <a:tblPr firstRow="1" bandRow="1"/>
              <a:tblGrid>
                <a:gridCol w="453121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21</a:t>
                      </a:r>
                    </a:p>
                  </a:txBody>
                  <a:tcPr marL="109798" marR="109798" marT="54898" marB="5489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</a:t>
                      </a:r>
                    </a:p>
                  </a:txBody>
                  <a:tcPr marL="109798" marR="109798" marT="54898" marB="54898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marL="109798" marR="109798" marT="54898" marB="54898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 anchor="ctr"/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91891" y="1985769"/>
          <a:ext cx="2014510" cy="1979705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232719" y="2399271"/>
            <a:ext cx="4251750" cy="3917985"/>
            <a:chOff x="232719" y="2399271"/>
            <a:chExt cx="4251750" cy="39179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1005727" y="2399271"/>
                  <a:ext cx="1910138" cy="906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𝐾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en-US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0" lang="en-US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kumimoji="0" lang="en-US" sz="20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0" 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727" y="2399271"/>
                  <a:ext cx="1910138" cy="9062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Group 30"/>
            <p:cNvGrpSpPr/>
            <p:nvPr/>
          </p:nvGrpSpPr>
          <p:grpSpPr>
            <a:xfrm>
              <a:off x="232719" y="4614107"/>
              <a:ext cx="4251750" cy="1703149"/>
              <a:chOff x="2804616" y="4380247"/>
              <a:chExt cx="3154992" cy="1263814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2804619" y="4834547"/>
                <a:ext cx="541921" cy="350134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804616" y="5293927"/>
                <a:ext cx="541921" cy="350134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804619" y="4380247"/>
                <a:ext cx="541921" cy="350134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642377" y="4389461"/>
                <a:ext cx="2317231" cy="296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Kernel at position 1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642377" y="4828859"/>
                <a:ext cx="2317231" cy="296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Kernel at position 2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642376" y="5294940"/>
                <a:ext cx="2317232" cy="296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Kernel at position n</a:t>
                </a:r>
              </a:p>
            </p:txBody>
          </p:sp>
        </p:grpSp>
      </p:grp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82978" y="1985769"/>
          <a:ext cx="2014510" cy="1979705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074065" y="1985769"/>
          <a:ext cx="2014510" cy="1979705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cxnSp>
        <p:nvCxnSpPr>
          <p:cNvPr id="17" name="Straight Connector 16"/>
          <p:cNvCxnSpPr/>
          <p:nvPr/>
        </p:nvCxnSpPr>
        <p:spPr>
          <a:xfrm>
            <a:off x="4390605" y="2495107"/>
            <a:ext cx="2665103" cy="2385812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7154562" y="2975621"/>
            <a:ext cx="24558" cy="2374855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648832" y="3305481"/>
            <a:ext cx="2432488" cy="2392703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Convolution Computation</a:t>
            </a:r>
          </a:p>
        </p:txBody>
      </p:sp>
    </p:spTree>
    <p:extLst>
      <p:ext uri="{BB962C8B-B14F-4D97-AF65-F5344CB8AC3E}">
        <p14:creationId xmlns:p14="http://schemas.microsoft.com/office/powerpoint/2010/main" val="1059682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Elbow Connector 52">
            <a:extLst>
              <a:ext uri="{FF2B5EF4-FFF2-40B4-BE49-F238E27FC236}">
                <a16:creationId xmlns:a16="http://schemas.microsoft.com/office/drawing/2014/main" id="{C667A17C-B1E7-F519-070A-ABF39B0035E0}"/>
              </a:ext>
            </a:extLst>
          </p:cNvPr>
          <p:cNvCxnSpPr>
            <a:cxnSpLocks/>
            <a:stCxn id="17" idx="0"/>
            <a:endCxn id="53" idx="0"/>
          </p:cNvCxnSpPr>
          <p:nvPr/>
        </p:nvCxnSpPr>
        <p:spPr>
          <a:xfrm rot="16200000" flipH="1">
            <a:off x="6083323" y="-1076808"/>
            <a:ext cx="1636962" cy="7739546"/>
          </a:xfrm>
          <a:prstGeom prst="bentConnector3">
            <a:avLst>
              <a:gd name="adj1" fmla="val -13965"/>
            </a:avLst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54">
            <a:extLst>
              <a:ext uri="{FF2B5EF4-FFF2-40B4-BE49-F238E27FC236}">
                <a16:creationId xmlns:a16="http://schemas.microsoft.com/office/drawing/2014/main" id="{3D1AA23A-BE3E-3124-9BDD-92E559D00D54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184431" y="4120679"/>
            <a:ext cx="2209169" cy="1067268"/>
          </a:xfrm>
          <a:prstGeom prst="bentConnector3">
            <a:avLst>
              <a:gd name="adj1" fmla="val -14"/>
            </a:avLst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425E0B78-A7E7-70A6-DF63-1E2E869184C8}"/>
              </a:ext>
            </a:extLst>
          </p:cNvPr>
          <p:cNvGraphicFramePr>
            <a:graphicFrameLocks noGrp="1"/>
          </p:cNvGraphicFramePr>
          <p:nvPr/>
        </p:nvGraphicFramePr>
        <p:xfrm>
          <a:off x="10167224" y="3611446"/>
          <a:ext cx="1208706" cy="1187823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056BD13-3E8D-58BC-5577-D8E5D1516335}"/>
              </a:ext>
            </a:extLst>
          </p:cNvPr>
          <p:cNvGraphicFramePr>
            <a:graphicFrameLocks noGrp="1"/>
          </p:cNvGraphicFramePr>
          <p:nvPr/>
        </p:nvGraphicFramePr>
        <p:xfrm>
          <a:off x="7198142" y="1273884"/>
          <a:ext cx="1208706" cy="1187823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5BF4D2-0A66-F375-7D18-5BCF1B484ADC}"/>
              </a:ext>
            </a:extLst>
          </p:cNvPr>
          <p:cNvGraphicFramePr>
            <a:graphicFrameLocks noGrp="1"/>
          </p:cNvGraphicFramePr>
          <p:nvPr/>
        </p:nvGraphicFramePr>
        <p:xfrm>
          <a:off x="7350542" y="1426284"/>
          <a:ext cx="1208706" cy="1187823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A3D01A2-9A92-884B-0979-4EC8C71117F4}"/>
              </a:ext>
            </a:extLst>
          </p:cNvPr>
          <p:cNvGraphicFramePr>
            <a:graphicFrameLocks noGrp="1"/>
          </p:cNvGraphicFramePr>
          <p:nvPr/>
        </p:nvGraphicFramePr>
        <p:xfrm>
          <a:off x="7502942" y="1578684"/>
          <a:ext cx="1208706" cy="1187823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40C2A68-53C5-25FD-135A-5D36CC65F4F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241200" y="4441636"/>
              <a:ext cx="1208706" cy="1187823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740C2A68-53C5-25FD-135A-5D36CC65F4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1001989"/>
                  </p:ext>
                </p:extLst>
              </p:nvPr>
            </p:nvGraphicFramePr>
            <p:xfrm>
              <a:off x="5241200" y="4441636"/>
              <a:ext cx="1208706" cy="1187823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2"/>
                          <a:stretch>
                            <a:fillRect l="-1493" t="-1538" r="-201493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2"/>
                          <a:stretch>
                            <a:fillRect l="-103030" t="-1538" r="-104545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2"/>
                          <a:stretch>
                            <a:fillRect l="-200000" t="-1538" r="-2985" b="-2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2"/>
                          <a:stretch>
                            <a:fillRect l="-1493" t="-100000" r="-201493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2"/>
                          <a:stretch>
                            <a:fillRect l="-103030" t="-100000" r="-104545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2"/>
                          <a:stretch>
                            <a:fillRect l="-200000" t="-100000" r="-2985" b="-1015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2"/>
                          <a:stretch>
                            <a:fillRect l="-1493" t="-203077" r="-201493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2"/>
                          <a:stretch>
                            <a:fillRect l="-103030" t="-203077" r="-10454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2"/>
                          <a:stretch>
                            <a:fillRect l="-200000" t="-203077" r="-2985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A9B3C20-4BB5-7AED-D096-9840296E987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93600" y="4594036"/>
              <a:ext cx="1208706" cy="1187823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A9B3C20-4BB5-7AED-D096-9840296E98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9346871"/>
                  </p:ext>
                </p:extLst>
              </p:nvPr>
            </p:nvGraphicFramePr>
            <p:xfrm>
              <a:off x="5393600" y="4594036"/>
              <a:ext cx="1208706" cy="1187823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3"/>
                          <a:stretch>
                            <a:fillRect l="-1493" t="-1538" r="-201493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3"/>
                          <a:stretch>
                            <a:fillRect l="-103030" t="-1538" r="-104545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3"/>
                          <a:stretch>
                            <a:fillRect l="-200000" t="-1538" r="-2985" b="-2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3"/>
                          <a:stretch>
                            <a:fillRect l="-1493" t="-100000" r="-201493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3"/>
                          <a:stretch>
                            <a:fillRect l="-103030" t="-100000" r="-104545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3"/>
                          <a:stretch>
                            <a:fillRect l="-200000" t="-100000" r="-2985" b="-1015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3"/>
                          <a:stretch>
                            <a:fillRect l="-1493" t="-203077" r="-201493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3"/>
                          <a:stretch>
                            <a:fillRect l="-103030" t="-203077" r="-10454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3"/>
                          <a:stretch>
                            <a:fillRect l="-200000" t="-203077" r="-2985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E6C3C33-CC24-E752-375F-182E7A05210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46000" y="4746436"/>
              <a:ext cx="1208706" cy="1187823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5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E6C3C33-CC24-E752-375F-182E7A0521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5014965"/>
                  </p:ext>
                </p:extLst>
              </p:nvPr>
            </p:nvGraphicFramePr>
            <p:xfrm>
              <a:off x="5546000" y="4746436"/>
              <a:ext cx="1208706" cy="1187823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4"/>
                          <a:stretch>
                            <a:fillRect l="-1493" t="-1538" r="-201493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4"/>
                          <a:stretch>
                            <a:fillRect l="-103030" t="-1538" r="-104545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4"/>
                          <a:stretch>
                            <a:fillRect l="-200000" t="-1538" r="-2985" b="-2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4"/>
                          <a:stretch>
                            <a:fillRect l="-1493" t="-100000" r="-201493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4"/>
                          <a:stretch>
                            <a:fillRect l="-103030" t="-100000" r="-104545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4"/>
                          <a:stretch>
                            <a:fillRect l="-200000" t="-100000" r="-2985" b="-1015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4"/>
                          <a:stretch>
                            <a:fillRect l="-1493" t="-203077" r="-201493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4"/>
                          <a:stretch>
                            <a:fillRect l="-103030" t="-203077" r="-10454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4"/>
                          <a:stretch>
                            <a:fillRect l="-200000" t="-203077" r="-2985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D72990AE-8219-37CE-CCBC-B909D0A4601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72376" y="1822084"/>
              <a:ext cx="2014510" cy="1979705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179948799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066281830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3743107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20439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D72990AE-8219-37CE-CCBC-B909D0A460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6088123"/>
                  </p:ext>
                </p:extLst>
              </p:nvPr>
            </p:nvGraphicFramePr>
            <p:xfrm>
              <a:off x="1872376" y="1822084"/>
              <a:ext cx="2014510" cy="1979705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179948799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066281830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515" t="-1538" r="-404545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01515" t="-1538" r="-304545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98507" t="-1538" r="-200000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303030" t="-1538" r="-103030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403030" t="-1538" r="-3030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515" t="-101538" r="-404545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01515" t="-101538" r="-304545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98507" t="-101538" r="-200000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303030" t="-101538" r="-103030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403030" t="-101538" r="-3030" b="-3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515" t="-198485" r="-40454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01515" t="-198485" r="-30454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98507" t="-198485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303030" t="-198485" r="-10303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403030" t="-198485" r="-303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515" t="-303077" r="-404545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01515" t="-303077" r="-304545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98507" t="-303077" r="-20000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303030" t="-303077" r="-10303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403030" t="-303077" r="-3030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3743107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515" t="-403077" r="-40454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01515" t="-403077" r="-30454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198507" t="-403077" r="-20000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303030" t="-403077" r="-10303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5"/>
                          <a:stretch>
                            <a:fillRect l="-403030" t="-403077" r="-3030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20439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CB7BACA7-D197-38D9-7056-B0E8E72B8B4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24776" y="1974484"/>
              <a:ext cx="2014510" cy="1979705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179948799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066281830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3743107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20439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CB7BACA7-D197-38D9-7056-B0E8E72B8B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1250250"/>
                  </p:ext>
                </p:extLst>
              </p:nvPr>
            </p:nvGraphicFramePr>
            <p:xfrm>
              <a:off x="2024776" y="1974484"/>
              <a:ext cx="2014510" cy="1979705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179948799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066281830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515" t="-1538" r="-404545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01515" t="-1538" r="-304545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98507" t="-1538" r="-200000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303030" t="-1538" r="-103030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403030" t="-1538" r="-3030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515" t="-101538" r="-404545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01515" t="-101538" r="-304545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98507" t="-101538" r="-200000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303030" t="-101538" r="-103030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403030" t="-101538" r="-3030" b="-3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515" t="-198485" r="-40454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01515" t="-198485" r="-30454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98507" t="-198485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303030" t="-198485" r="-10303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403030" t="-198485" r="-303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515" t="-303077" r="-404545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01515" t="-303077" r="-304545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98507" t="-303077" r="-20000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303030" t="-303077" r="-10303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403030" t="-303077" r="-3030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3743107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515" t="-403077" r="-40454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01515" t="-403077" r="-30454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198507" t="-403077" r="-20000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303030" t="-403077" r="-10303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6"/>
                          <a:stretch>
                            <a:fillRect l="-403030" t="-403077" r="-3030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20439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CDE66514-0E84-970E-BD89-6FAE02EB1E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77176" y="2126884"/>
              <a:ext cx="2014510" cy="1979705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179948799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066281830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3743107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20439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CDE66514-0E84-970E-BD89-6FAE02EB1E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8443511"/>
                  </p:ext>
                </p:extLst>
              </p:nvPr>
            </p:nvGraphicFramePr>
            <p:xfrm>
              <a:off x="2177176" y="2126884"/>
              <a:ext cx="2014510" cy="1979705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179948799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066281830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515" t="-1538" r="-404545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01515" t="-1538" r="-304545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98507" t="-1538" r="-200000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303030" t="-1538" r="-103030" b="-4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403030" t="-1538" r="-3030" b="-4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515" t="-101538" r="-404545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01515" t="-101538" r="-304545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98507" t="-101538" r="-200000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303030" t="-101538" r="-103030" b="-3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403030" t="-101538" r="-3030" b="-3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515" t="-198485" r="-40454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01515" t="-198485" r="-30454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98507" t="-198485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303030" t="-198485" r="-10303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403030" t="-198485" r="-303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515" t="-303077" r="-404545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01515" t="-303077" r="-304545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98507" t="-303077" r="-20000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303030" t="-303077" r="-10303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403030" t="-303077" r="-3030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3743107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515" t="-403077" r="-40454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01515" t="-403077" r="-30454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198507" t="-403077" r="-20000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303030" t="-403077" r="-10303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7"/>
                          <a:stretch>
                            <a:fillRect l="-403030" t="-403077" r="-3030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20439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0F08F5F7-6940-143A-261F-239CB048B1F0}"/>
              </a:ext>
            </a:extLst>
          </p:cNvPr>
          <p:cNvSpPr txBox="1"/>
          <p:nvPr/>
        </p:nvSpPr>
        <p:spPr>
          <a:xfrm>
            <a:off x="2115420" y="4112516"/>
            <a:ext cx="3122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matrix: 5x5x3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Table 51">
                <a:extLst>
                  <a:ext uri="{FF2B5EF4-FFF2-40B4-BE49-F238E27FC236}">
                    <a16:creationId xmlns:a16="http://schemas.microsoft.com/office/drawing/2014/main" id="{6F3699FD-282A-932F-3691-8603E8AB3C7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346933" y="3771662"/>
              <a:ext cx="1208706" cy="1187823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sz="15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marL="97629" marR="97629" marT="48815" marB="48815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Table 51">
                <a:extLst>
                  <a:ext uri="{FF2B5EF4-FFF2-40B4-BE49-F238E27FC236}">
                    <a16:creationId xmlns:a16="http://schemas.microsoft.com/office/drawing/2014/main" id="{6F3699FD-282A-932F-3691-8603E8AB3C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1717251"/>
                  </p:ext>
                </p:extLst>
              </p:nvPr>
            </p:nvGraphicFramePr>
            <p:xfrm>
              <a:off x="10346933" y="3771662"/>
              <a:ext cx="1208706" cy="1187823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402902">
                      <a:extLst>
                        <a:ext uri="{9D8B030D-6E8A-4147-A177-3AD203B41FA5}">
                          <a16:colId xmlns:a16="http://schemas.microsoft.com/office/drawing/2014/main" val="1197555553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412169455"/>
                        </a:ext>
                      </a:extLst>
                    </a:gridCol>
                    <a:gridCol w="402902">
                      <a:extLst>
                        <a:ext uri="{9D8B030D-6E8A-4147-A177-3AD203B41FA5}">
                          <a16:colId xmlns:a16="http://schemas.microsoft.com/office/drawing/2014/main" val="3305053313"/>
                        </a:ext>
                      </a:extLst>
                    </a:gridCol>
                  </a:tblGrid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8"/>
                          <a:stretch>
                            <a:fillRect l="-1515" t="-1538" r="-204545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8"/>
                          <a:stretch>
                            <a:fillRect l="-100000" t="-1538" r="-101493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8"/>
                          <a:stretch>
                            <a:fillRect l="-203030" t="-1538" r="-3030" b="-2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0025122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8"/>
                          <a:stretch>
                            <a:fillRect l="-1515" t="-100000" r="-204545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8"/>
                          <a:stretch>
                            <a:fillRect l="-100000" t="-100000" r="-101493" b="-10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8"/>
                          <a:stretch>
                            <a:fillRect l="-203030" t="-100000" r="-3030" b="-1015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6244271"/>
                      </a:ext>
                    </a:extLst>
                  </a:tr>
                  <a:tr h="39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8"/>
                          <a:stretch>
                            <a:fillRect l="-1515" t="-203077" r="-204545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8"/>
                          <a:stretch>
                            <a:fillRect l="-100000" t="-203077" r="-101493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629" marR="97629" marT="48815" marB="48815">
                        <a:blipFill>
                          <a:blip r:embed="rId8"/>
                          <a:stretch>
                            <a:fillRect l="-203030" t="-203077" r="-3030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38031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18FE02EF-1B87-78FB-5277-2C4D742F757C}"/>
              </a:ext>
            </a:extLst>
          </p:cNvPr>
          <p:cNvSpPr txBox="1"/>
          <p:nvPr/>
        </p:nvSpPr>
        <p:spPr>
          <a:xfrm>
            <a:off x="4984534" y="6161868"/>
            <a:ext cx="3122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Kernel 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size: 3x3x3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Elbow Connector 54">
            <a:extLst>
              <a:ext uri="{FF2B5EF4-FFF2-40B4-BE49-F238E27FC236}">
                <a16:creationId xmlns:a16="http://schemas.microsoft.com/office/drawing/2014/main" id="{EA261F1E-A2D2-309F-FE58-869F6BB7F8F8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6754706" y="5340347"/>
            <a:ext cx="1352589" cy="524331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2CC33B-2CBB-1083-A4D2-2A49A96424D2}"/>
                  </a:ext>
                </a:extLst>
              </p:cNvPr>
              <p:cNvSpPr txBox="1"/>
              <p:nvPr/>
            </p:nvSpPr>
            <p:spPr>
              <a:xfrm>
                <a:off x="8107295" y="5695609"/>
                <a:ext cx="1081155" cy="40011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(blue)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2CC33B-2CBB-1083-A4D2-2A49A9642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7295" y="5695609"/>
                <a:ext cx="1081155" cy="400110"/>
              </a:xfrm>
              <a:prstGeom prst="rect">
                <a:avLst/>
              </a:prstGeom>
              <a:blipFill>
                <a:blip r:embed="rId9"/>
                <a:stretch>
                  <a:fillRect l="-6215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C512FF-B169-2840-D53E-97070EBB9E47}"/>
                  </a:ext>
                </a:extLst>
              </p:cNvPr>
              <p:cNvSpPr txBox="1"/>
              <p:nvPr/>
            </p:nvSpPr>
            <p:spPr>
              <a:xfrm>
                <a:off x="8094043" y="4774796"/>
                <a:ext cx="1208707" cy="400110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(green)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C512FF-B169-2840-D53E-97070EBB9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043" y="4774796"/>
                <a:ext cx="1208707" cy="400110"/>
              </a:xfrm>
              <a:prstGeom prst="rect">
                <a:avLst/>
              </a:prstGeom>
              <a:blipFill>
                <a:blip r:embed="rId10"/>
                <a:stretch>
                  <a:fillRect l="-5556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162F9B-7EF1-A59D-13A8-DEE94B257764}"/>
                  </a:ext>
                </a:extLst>
              </p:cNvPr>
              <p:cNvSpPr txBox="1"/>
              <p:nvPr/>
            </p:nvSpPr>
            <p:spPr>
              <a:xfrm>
                <a:off x="8107295" y="4277972"/>
                <a:ext cx="968105" cy="400110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(red)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162F9B-7EF1-A59D-13A8-DEE94B257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7295" y="4277972"/>
                <a:ext cx="968105" cy="400110"/>
              </a:xfrm>
              <a:prstGeom prst="rect">
                <a:avLst/>
              </a:prstGeom>
              <a:blipFill>
                <a:blip r:embed="rId11"/>
                <a:stretch>
                  <a:fillRect l="-6918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Elbow Connector 54">
            <a:extLst>
              <a:ext uri="{FF2B5EF4-FFF2-40B4-BE49-F238E27FC236}">
                <a16:creationId xmlns:a16="http://schemas.microsoft.com/office/drawing/2014/main" id="{395CF97F-1703-3737-05A7-947BE2BBA904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H="1">
            <a:off x="6808320" y="3783668"/>
            <a:ext cx="387701" cy="2008436"/>
          </a:xfrm>
          <a:prstGeom prst="bentConnector4">
            <a:avLst>
              <a:gd name="adj1" fmla="val -58963"/>
              <a:gd name="adj2" fmla="val 65045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Elbow Connector 54">
            <a:extLst>
              <a:ext uri="{FF2B5EF4-FFF2-40B4-BE49-F238E27FC236}">
                <a16:creationId xmlns:a16="http://schemas.microsoft.com/office/drawing/2014/main" id="{D6ABBBD0-8C68-D9DA-2D0B-76A436FE2FA0}"/>
              </a:ext>
            </a:extLst>
          </p:cNvPr>
          <p:cNvCxnSpPr>
            <a:cxnSpLocks/>
            <a:stCxn id="11" idx="0"/>
            <a:endCxn id="24" idx="0"/>
          </p:cNvCxnSpPr>
          <p:nvPr/>
        </p:nvCxnSpPr>
        <p:spPr>
          <a:xfrm rot="5400000" flipH="1" flipV="1">
            <a:off x="7136618" y="2986907"/>
            <a:ext cx="163664" cy="2745795"/>
          </a:xfrm>
          <a:prstGeom prst="bentConnector3">
            <a:avLst>
              <a:gd name="adj1" fmla="val 23967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Elbow Connector 54">
            <a:extLst>
              <a:ext uri="{FF2B5EF4-FFF2-40B4-BE49-F238E27FC236}">
                <a16:creationId xmlns:a16="http://schemas.microsoft.com/office/drawing/2014/main" id="{A1EE58FA-7C9D-DF2E-C377-E954C67C1BE8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9075400" y="3954189"/>
            <a:ext cx="1395750" cy="52383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Elbow Connector 54">
            <a:extLst>
              <a:ext uri="{FF2B5EF4-FFF2-40B4-BE49-F238E27FC236}">
                <a16:creationId xmlns:a16="http://schemas.microsoft.com/office/drawing/2014/main" id="{9B7D8B77-C122-89EC-1039-D50394781655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9302750" y="3954189"/>
            <a:ext cx="1091824" cy="102066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Elbow Connector 54">
            <a:extLst>
              <a:ext uri="{FF2B5EF4-FFF2-40B4-BE49-F238E27FC236}">
                <a16:creationId xmlns:a16="http://schemas.microsoft.com/office/drawing/2014/main" id="{BD05C6BC-E1C9-6001-742B-8FCF3B721CBE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9188450" y="4044950"/>
            <a:ext cx="1351362" cy="1850714"/>
          </a:xfrm>
          <a:prstGeom prst="bentConnector2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33939D0-1057-D335-EB58-6BE0077F7DC3}"/>
              </a:ext>
            </a:extLst>
          </p:cNvPr>
          <p:cNvSpPr txBox="1"/>
          <p:nvPr/>
        </p:nvSpPr>
        <p:spPr>
          <a:xfrm>
            <a:off x="9571707" y="5160566"/>
            <a:ext cx="2399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 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size: 3x3x2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37575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be 14">
            <a:extLst>
              <a:ext uri="{FF2B5EF4-FFF2-40B4-BE49-F238E27FC236}">
                <a16:creationId xmlns:a16="http://schemas.microsoft.com/office/drawing/2014/main" id="{E6A4D6F4-DD11-7A01-7050-879586E962EF}"/>
              </a:ext>
            </a:extLst>
          </p:cNvPr>
          <p:cNvSpPr>
            <a:spLocks/>
          </p:cNvSpPr>
          <p:nvPr/>
        </p:nvSpPr>
        <p:spPr>
          <a:xfrm>
            <a:off x="7803952" y="3589851"/>
            <a:ext cx="1283231" cy="1849137"/>
          </a:xfrm>
          <a:prstGeom prst="cube">
            <a:avLst>
              <a:gd name="adj" fmla="val 54905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458EC563-C094-643B-9141-E3D804D326E7}"/>
              </a:ext>
            </a:extLst>
          </p:cNvPr>
          <p:cNvSpPr>
            <a:spLocks/>
          </p:cNvSpPr>
          <p:nvPr/>
        </p:nvSpPr>
        <p:spPr>
          <a:xfrm>
            <a:off x="4020892" y="3610001"/>
            <a:ext cx="2379791" cy="1828987"/>
          </a:xfrm>
          <a:prstGeom prst="cube">
            <a:avLst>
              <a:gd name="adj" fmla="val 38726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D1C7E-87E4-4D99-8B52-8B028400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Convolutional Nueral Network</a:t>
            </a:r>
          </a:p>
        </p:txBody>
      </p:sp>
      <p:pic>
        <p:nvPicPr>
          <p:cNvPr id="3" name="Picture 2" descr="Image result for CNN kernel gif">
            <a:extLst>
              <a:ext uri="{FF2B5EF4-FFF2-40B4-BE49-F238E27FC236}">
                <a16:creationId xmlns:a16="http://schemas.microsoft.com/office/drawing/2014/main" id="{7FB02E6D-6CB7-5396-FBD8-60CBC71F5A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739" y="1753930"/>
            <a:ext cx="4140894" cy="153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0408B0-F3E8-0BFB-2F2D-62ED9F9985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69" y="2563971"/>
            <a:ext cx="1854128" cy="2793590"/>
          </a:xfrm>
          <a:prstGeom prst="rect">
            <a:avLst/>
          </a:prstGeom>
          <a:scene3d>
            <a:camera prst="orthographicFront">
              <a:rot lat="19799996" lon="3600000" rev="0"/>
            </a:camera>
            <a:lightRig rig="threePt" dir="t"/>
          </a:scene3d>
        </p:spPr>
      </p:pic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B037EC9B-2F28-42C9-398A-121530BF6E4F}"/>
              </a:ext>
            </a:extLst>
          </p:cNvPr>
          <p:cNvSpPr>
            <a:spLocks/>
          </p:cNvSpPr>
          <p:nvPr/>
        </p:nvSpPr>
        <p:spPr>
          <a:xfrm>
            <a:off x="368747" y="6040299"/>
            <a:ext cx="1599754" cy="651597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RGB Input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(128x128x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0E8F1466-B33B-077D-09A7-29F8B9076C84}"/>
              </a:ext>
            </a:extLst>
          </p:cNvPr>
          <p:cNvSpPr>
            <a:spLocks/>
          </p:cNvSpPr>
          <p:nvPr/>
        </p:nvSpPr>
        <p:spPr>
          <a:xfrm>
            <a:off x="2350368" y="6040299"/>
            <a:ext cx="1185025" cy="65159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50</a:t>
            </a:r>
            <a:r>
              <a:rPr lang="en-US" dirty="0">
                <a:solidFill>
                  <a:schemeClr val="tx1"/>
                </a:solidFill>
              </a:rPr>
              <a:t> filters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(3x3x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442624A8-56F4-4DE9-06AD-497427503B8B}"/>
              </a:ext>
            </a:extLst>
          </p:cNvPr>
          <p:cNvSpPr>
            <a:spLocks/>
          </p:cNvSpPr>
          <p:nvPr/>
        </p:nvSpPr>
        <p:spPr>
          <a:xfrm>
            <a:off x="9556750" y="6040299"/>
            <a:ext cx="2057400" cy="651597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(1000 classes)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A89FA7-60C1-C3F5-6E69-823A4E324771}"/>
              </a:ext>
            </a:extLst>
          </p:cNvPr>
          <p:cNvSpPr txBox="1">
            <a:spLocks/>
          </p:cNvSpPr>
          <p:nvPr/>
        </p:nvSpPr>
        <p:spPr>
          <a:xfrm>
            <a:off x="9453446" y="4841329"/>
            <a:ext cx="63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Double Bracket 12">
                <a:extLst>
                  <a:ext uri="{FF2B5EF4-FFF2-40B4-BE49-F238E27FC236}">
                    <a16:creationId xmlns:a16="http://schemas.microsoft.com/office/drawing/2014/main" id="{3625F5F5-F183-6890-CD9F-6F9D121A2EFD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9625770" y="4214350"/>
                <a:ext cx="1747560" cy="538863"/>
              </a:xfrm>
              <a:prstGeom prst="bracketPair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Double Bracket 12">
                <a:extLst>
                  <a:ext uri="{FF2B5EF4-FFF2-40B4-BE49-F238E27FC236}">
                    <a16:creationId xmlns:a16="http://schemas.microsoft.com/office/drawing/2014/main" id="{3625F5F5-F183-6890-CD9F-6F9D121A2E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625770" y="4214350"/>
                <a:ext cx="1747560" cy="538863"/>
              </a:xfrm>
              <a:prstGeom prst="bracketPair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ounded Rectangle 6">
            <a:extLst>
              <a:ext uri="{FF2B5EF4-FFF2-40B4-BE49-F238E27FC236}">
                <a16:creationId xmlns:a16="http://schemas.microsoft.com/office/drawing/2014/main" id="{0EE13F3E-F63B-4BB7-479E-98304CC386E5}"/>
              </a:ext>
            </a:extLst>
          </p:cNvPr>
          <p:cNvSpPr>
            <a:spLocks/>
          </p:cNvSpPr>
          <p:nvPr/>
        </p:nvSpPr>
        <p:spPr>
          <a:xfrm>
            <a:off x="4020892" y="6040299"/>
            <a:ext cx="1599754" cy="65159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Tensor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(128x128x</a:t>
            </a:r>
            <a:r>
              <a:rPr lang="en-US" dirty="0">
                <a:solidFill>
                  <a:srgbClr val="FF0000"/>
                </a:solidFill>
              </a:rPr>
              <a:t>50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A0F6D6EC-AB9F-DDB5-81AF-F12AFF5230AD}"/>
              </a:ext>
            </a:extLst>
          </p:cNvPr>
          <p:cNvSpPr/>
          <p:nvPr/>
        </p:nvSpPr>
        <p:spPr>
          <a:xfrm>
            <a:off x="1835150" y="4242560"/>
            <a:ext cx="370168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9DE57393-2CD5-781A-3FB4-0B4A499689AF}"/>
              </a:ext>
            </a:extLst>
          </p:cNvPr>
          <p:cNvSpPr/>
          <p:nvPr/>
        </p:nvSpPr>
        <p:spPr>
          <a:xfrm>
            <a:off x="3465051" y="4242560"/>
            <a:ext cx="370168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ounded Rectangle 8">
                <a:extLst>
                  <a:ext uri="{FF2B5EF4-FFF2-40B4-BE49-F238E27FC236}">
                    <a16:creationId xmlns:a16="http://schemas.microsoft.com/office/drawing/2014/main" id="{480F2D92-D4B6-59BF-EBCC-8ED3B539CE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39760" y="6040298"/>
                <a:ext cx="1185025" cy="651597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filters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(3x3x</a:t>
                </a:r>
                <a:r>
                  <a:rPr lang="en-US" dirty="0">
                    <a:solidFill>
                      <a:srgbClr val="FF0000"/>
                    </a:solidFill>
                  </a:rPr>
                  <a:t>50</a:t>
                </a:r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1" name="Rounded Rectangle 8">
                <a:extLst>
                  <a:ext uri="{FF2B5EF4-FFF2-40B4-BE49-F238E27FC236}">
                    <a16:creationId xmlns:a16="http://schemas.microsoft.com/office/drawing/2014/main" id="{480F2D92-D4B6-59BF-EBCC-8ED3B539CE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760" y="6040298"/>
                <a:ext cx="1185025" cy="651597"/>
              </a:xfrm>
              <a:prstGeom prst="roundRect">
                <a:avLst/>
              </a:prstGeom>
              <a:blipFill>
                <a:blip r:embed="rId5"/>
                <a:stretch>
                  <a:fillRect t="-3738" b="-149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0C75F606-F4E1-36A5-F18E-C09CFD9B5FEF}"/>
              </a:ext>
            </a:extLst>
          </p:cNvPr>
          <p:cNvSpPr txBox="1">
            <a:spLocks/>
          </p:cNvSpPr>
          <p:nvPr/>
        </p:nvSpPr>
        <p:spPr>
          <a:xfrm>
            <a:off x="6766946" y="4841329"/>
            <a:ext cx="63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D0B069E-6DCB-9014-29AC-9E7232F025BA}"/>
              </a:ext>
            </a:extLst>
          </p:cNvPr>
          <p:cNvGrpSpPr/>
          <p:nvPr/>
        </p:nvGrpSpPr>
        <p:grpSpPr>
          <a:xfrm>
            <a:off x="2350368" y="3766215"/>
            <a:ext cx="907182" cy="1367879"/>
            <a:chOff x="2350368" y="3766215"/>
            <a:chExt cx="907182" cy="1367879"/>
          </a:xfrm>
        </p:grpSpPr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5402F4D6-E576-B926-4CA3-933B33E888D3}"/>
                </a:ext>
              </a:extLst>
            </p:cNvPr>
            <p:cNvSpPr/>
            <p:nvPr/>
          </p:nvSpPr>
          <p:spPr>
            <a:xfrm>
              <a:off x="2350368" y="3766215"/>
              <a:ext cx="297582" cy="758279"/>
            </a:xfrm>
            <a:prstGeom prst="cube">
              <a:avLst>
                <a:gd name="adj" fmla="val 78347"/>
              </a:avLst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83D16B39-6C72-E316-981E-B622BD61D849}"/>
                </a:ext>
              </a:extLst>
            </p:cNvPr>
            <p:cNvSpPr/>
            <p:nvPr/>
          </p:nvSpPr>
          <p:spPr>
            <a:xfrm>
              <a:off x="2502768" y="3918615"/>
              <a:ext cx="297582" cy="758279"/>
            </a:xfrm>
            <a:prstGeom prst="cube">
              <a:avLst>
                <a:gd name="adj" fmla="val 78347"/>
              </a:avLst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ABF16D49-A747-AD48-CA8F-0E7B7382301C}"/>
                </a:ext>
              </a:extLst>
            </p:cNvPr>
            <p:cNvSpPr/>
            <p:nvPr/>
          </p:nvSpPr>
          <p:spPr>
            <a:xfrm>
              <a:off x="2655168" y="4071015"/>
              <a:ext cx="297582" cy="758279"/>
            </a:xfrm>
            <a:prstGeom prst="cube">
              <a:avLst>
                <a:gd name="adj" fmla="val 78347"/>
              </a:avLst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57AB59EC-DA82-8932-691A-97054C0952FD}"/>
                </a:ext>
              </a:extLst>
            </p:cNvPr>
            <p:cNvSpPr/>
            <p:nvPr/>
          </p:nvSpPr>
          <p:spPr>
            <a:xfrm>
              <a:off x="2807568" y="4223415"/>
              <a:ext cx="297582" cy="758279"/>
            </a:xfrm>
            <a:prstGeom prst="cube">
              <a:avLst>
                <a:gd name="adj" fmla="val 78347"/>
              </a:avLst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83873BDE-4FC4-4F70-DE6E-D9D8A4644434}"/>
                </a:ext>
              </a:extLst>
            </p:cNvPr>
            <p:cNvSpPr/>
            <p:nvPr/>
          </p:nvSpPr>
          <p:spPr>
            <a:xfrm>
              <a:off x="2959968" y="4375815"/>
              <a:ext cx="297582" cy="758279"/>
            </a:xfrm>
            <a:prstGeom prst="cube">
              <a:avLst>
                <a:gd name="adj" fmla="val 78347"/>
              </a:avLst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081C860C-718F-2B18-97D7-6D3F30BCD656}"/>
              </a:ext>
            </a:extLst>
          </p:cNvPr>
          <p:cNvSpPr txBox="1">
            <a:spLocks/>
          </p:cNvSpPr>
          <p:nvPr/>
        </p:nvSpPr>
        <p:spPr>
          <a:xfrm>
            <a:off x="8339635" y="6181430"/>
            <a:ext cx="63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F68F09AB-153E-6700-30AB-BFEC9B19B980}"/>
              </a:ext>
            </a:extLst>
          </p:cNvPr>
          <p:cNvSpPr/>
          <p:nvPr/>
        </p:nvSpPr>
        <p:spPr>
          <a:xfrm>
            <a:off x="6917233" y="4242560"/>
            <a:ext cx="370168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6F4498F4-E6D1-A618-A040-9FDE16BABB9E}"/>
              </a:ext>
            </a:extLst>
          </p:cNvPr>
          <p:cNvSpPr/>
          <p:nvPr/>
        </p:nvSpPr>
        <p:spPr>
          <a:xfrm>
            <a:off x="9490241" y="4242560"/>
            <a:ext cx="370168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64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A77C-98B9-1C62-5401-0D555FAE6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45599"/>
          </a:xfrm>
        </p:spPr>
        <p:txBody>
          <a:bodyPr>
            <a:normAutofit/>
          </a:bodyPr>
          <a:lstStyle/>
          <a:p>
            <a:r>
              <a:rPr lang="en-US" sz="6600" dirty="0">
                <a:hlinkClick r:id="rId2"/>
              </a:rPr>
              <a:t>https://github.com/TAMIDSpiyalong/2025ASAS.git</a:t>
            </a:r>
            <a:r>
              <a:rPr lang="en-US" sz="66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BD413-E6F7-CCA3-54A9-12FB7BE0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7505"/>
            <a:ext cx="10515600" cy="3189458"/>
          </a:xfrm>
        </p:spPr>
        <p:txBody>
          <a:bodyPr/>
          <a:lstStyle/>
          <a:p>
            <a:r>
              <a:rPr lang="en-US" dirty="0"/>
              <a:t>Objective</a:t>
            </a:r>
          </a:p>
          <a:p>
            <a:r>
              <a:rPr lang="en-US" dirty="0"/>
              <a:t>Data </a:t>
            </a:r>
          </a:p>
          <a:p>
            <a:r>
              <a:rPr lang="en-US" dirty="0"/>
              <a:t>Simple neural network </a:t>
            </a:r>
          </a:p>
          <a:p>
            <a:r>
              <a:rPr lang="en-US" dirty="0"/>
              <a:t>Convolutional network (pre-trained)</a:t>
            </a:r>
          </a:p>
          <a:p>
            <a:r>
              <a:rPr lang="en-US" dirty="0"/>
              <a:t>Test on unseen data</a:t>
            </a:r>
          </a:p>
          <a:p>
            <a:r>
              <a:rPr lang="en-US" dirty="0"/>
              <a:t>Result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0366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47422-5AA8-8B39-3609-AD4E07BB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F1A65-C1FD-B1E5-97BA-B115DD6D1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COCO: </a:t>
            </a:r>
            <a:r>
              <a:rPr lang="en-US" dirty="0">
                <a:hlinkClick r:id="rId2"/>
              </a:rPr>
              <a:t>https://cocodataset.org/#home</a:t>
            </a:r>
            <a:r>
              <a:rPr lang="en-US" dirty="0"/>
              <a:t> (80 classes)</a:t>
            </a:r>
          </a:p>
          <a:p>
            <a:r>
              <a:rPr lang="en-US" dirty="0"/>
              <a:t>ImageNet (1000 classes with 1.3M labeled images)</a:t>
            </a:r>
          </a:p>
          <a:p>
            <a:r>
              <a:rPr lang="en-US" dirty="0"/>
              <a:t>Common Crawl (~100TB+)</a:t>
            </a:r>
          </a:p>
          <a:p>
            <a:endParaRPr lang="en-US" dirty="0"/>
          </a:p>
        </p:txBody>
      </p:sp>
      <p:pic>
        <p:nvPicPr>
          <p:cNvPr id="4" name="Picture 3" descr="ImageNet Classification with Deep Convolutional Neural Networks | June 2017  | Communications of the ACM">
            <a:extLst>
              <a:ext uri="{FF2B5EF4-FFF2-40B4-BE49-F238E27FC236}">
                <a16:creationId xmlns:a16="http://schemas.microsoft.com/office/drawing/2014/main" id="{AFD35D62-F0B1-62E2-A39C-C525F2A7F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3100527"/>
            <a:ext cx="3409950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52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FDACB-7A29-9C3F-E1CE-FCBF65991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0CF177-4B57-1649-4A3C-ED745A0B9237}"/>
              </a:ext>
            </a:extLst>
          </p:cNvPr>
          <p:cNvSpPr/>
          <p:nvPr/>
        </p:nvSpPr>
        <p:spPr>
          <a:xfrm>
            <a:off x="10150136" y="2962456"/>
            <a:ext cx="763654" cy="2916233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6DDB4F79-D798-9403-84E7-85D437968538}"/>
              </a:ext>
            </a:extLst>
          </p:cNvPr>
          <p:cNvSpPr>
            <a:spLocks/>
          </p:cNvSpPr>
          <p:nvPr/>
        </p:nvSpPr>
        <p:spPr>
          <a:xfrm>
            <a:off x="3504457" y="3610001"/>
            <a:ext cx="2379791" cy="1828987"/>
          </a:xfrm>
          <a:prstGeom prst="cube">
            <a:avLst>
              <a:gd name="adj" fmla="val 36411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A3163D-C4B5-F719-4DD3-237AA04B93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51" y="2563971"/>
            <a:ext cx="1854128" cy="2793590"/>
          </a:xfrm>
          <a:prstGeom prst="rect">
            <a:avLst/>
          </a:prstGeom>
          <a:scene3d>
            <a:camera prst="orthographicFront">
              <a:rot lat="19799996" lon="3600000" rev="0"/>
            </a:camera>
            <a:lightRig rig="threePt" dir="t"/>
          </a:scene3d>
        </p:spPr>
      </p:pic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2DC7DB7F-3509-0147-2C7D-A48FD3751DDB}"/>
              </a:ext>
            </a:extLst>
          </p:cNvPr>
          <p:cNvSpPr>
            <a:spLocks/>
          </p:cNvSpPr>
          <p:nvPr/>
        </p:nvSpPr>
        <p:spPr>
          <a:xfrm>
            <a:off x="588137" y="6040299"/>
            <a:ext cx="2268929" cy="38521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DB1DDAAF-2035-9C93-AB34-DD24C11305B7}"/>
              </a:ext>
            </a:extLst>
          </p:cNvPr>
          <p:cNvSpPr>
            <a:spLocks/>
          </p:cNvSpPr>
          <p:nvPr/>
        </p:nvSpPr>
        <p:spPr>
          <a:xfrm>
            <a:off x="4804583" y="6040299"/>
            <a:ext cx="2268929" cy="38521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Convolution layer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320B02D7-FF88-3616-2E5E-187CAB163E02}"/>
              </a:ext>
            </a:extLst>
          </p:cNvPr>
          <p:cNvSpPr>
            <a:spLocks/>
          </p:cNvSpPr>
          <p:nvPr/>
        </p:nvSpPr>
        <p:spPr>
          <a:xfrm>
            <a:off x="8743944" y="6040299"/>
            <a:ext cx="2268929" cy="38521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(80)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015B8-CB1D-EBE5-5D11-A66BC7C28F15}"/>
              </a:ext>
            </a:extLst>
          </p:cNvPr>
          <p:cNvSpPr txBox="1">
            <a:spLocks/>
          </p:cNvSpPr>
          <p:nvPr/>
        </p:nvSpPr>
        <p:spPr>
          <a:xfrm>
            <a:off x="2593078" y="5069953"/>
            <a:ext cx="53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A09103-9F81-8083-C735-03497EA1CE87}"/>
              </a:ext>
            </a:extLst>
          </p:cNvPr>
          <p:cNvSpPr txBox="1">
            <a:spLocks/>
          </p:cNvSpPr>
          <p:nvPr/>
        </p:nvSpPr>
        <p:spPr>
          <a:xfrm>
            <a:off x="9453446" y="4841329"/>
            <a:ext cx="63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Double Bracket 12">
                <a:extLst>
                  <a:ext uri="{FF2B5EF4-FFF2-40B4-BE49-F238E27FC236}">
                    <a16:creationId xmlns:a16="http://schemas.microsoft.com/office/drawing/2014/main" id="{E5DA3F0E-1221-8EFC-A37B-9121BC03A21A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9625770" y="4214350"/>
                <a:ext cx="1747560" cy="538863"/>
              </a:xfrm>
              <a:prstGeom prst="bracketPair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Double Bracket 12">
                <a:extLst>
                  <a:ext uri="{FF2B5EF4-FFF2-40B4-BE49-F238E27FC236}">
                    <a16:creationId xmlns:a16="http://schemas.microsoft.com/office/drawing/2014/main" id="{E5DA3F0E-1221-8EFC-A37B-9121BC03A2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625770" y="4214350"/>
                <a:ext cx="1747560" cy="538863"/>
              </a:xfrm>
              <a:prstGeom prst="bracketPair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be 14">
            <a:extLst>
              <a:ext uri="{FF2B5EF4-FFF2-40B4-BE49-F238E27FC236}">
                <a16:creationId xmlns:a16="http://schemas.microsoft.com/office/drawing/2014/main" id="{16FA96CA-694E-E815-91D8-9DAD1E500AA0}"/>
              </a:ext>
            </a:extLst>
          </p:cNvPr>
          <p:cNvSpPr>
            <a:spLocks/>
          </p:cNvSpPr>
          <p:nvPr/>
        </p:nvSpPr>
        <p:spPr>
          <a:xfrm>
            <a:off x="7051528" y="3610001"/>
            <a:ext cx="1637108" cy="1828987"/>
          </a:xfrm>
          <a:prstGeom prst="cube">
            <a:avLst>
              <a:gd name="adj" fmla="val 36411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8A35BB7-0CB1-4E67-6080-BAA9B168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 </a:t>
            </a:r>
          </a:p>
        </p:txBody>
      </p:sp>
      <p:pic>
        <p:nvPicPr>
          <p:cNvPr id="14" name="Graphic 220" descr="Scissors">
            <a:extLst>
              <a:ext uri="{FF2B5EF4-FFF2-40B4-BE49-F238E27FC236}">
                <a16:creationId xmlns:a16="http://schemas.microsoft.com/office/drawing/2014/main" id="{279E01DE-8FDE-452B-69D0-C37D35E06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962531" y="3987457"/>
            <a:ext cx="1531715" cy="153171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4A2E48C-F209-7276-5FC7-9844F9EE3266}"/>
              </a:ext>
            </a:extLst>
          </p:cNvPr>
          <p:cNvSpPr txBox="1">
            <a:spLocks/>
          </p:cNvSpPr>
          <p:nvPr/>
        </p:nvSpPr>
        <p:spPr>
          <a:xfrm>
            <a:off x="6256367" y="5069953"/>
            <a:ext cx="53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568727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45112-BF3D-A287-5851-A5AF6C1D1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098B6-94AF-4DE5-172C-03985E044369}"/>
              </a:ext>
            </a:extLst>
          </p:cNvPr>
          <p:cNvSpPr/>
          <p:nvPr/>
        </p:nvSpPr>
        <p:spPr>
          <a:xfrm>
            <a:off x="10150136" y="2962456"/>
            <a:ext cx="763654" cy="2916233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652A7F16-16D5-627C-2D34-E4E210A5BE3A}"/>
              </a:ext>
            </a:extLst>
          </p:cNvPr>
          <p:cNvSpPr>
            <a:spLocks/>
          </p:cNvSpPr>
          <p:nvPr/>
        </p:nvSpPr>
        <p:spPr>
          <a:xfrm>
            <a:off x="3504457" y="3610001"/>
            <a:ext cx="2379791" cy="1828987"/>
          </a:xfrm>
          <a:prstGeom prst="cube">
            <a:avLst>
              <a:gd name="adj" fmla="val 36411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C203E-5AF6-3D86-17F6-1F42E9AAD5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51" y="2563971"/>
            <a:ext cx="1854128" cy="2793590"/>
          </a:xfrm>
          <a:prstGeom prst="rect">
            <a:avLst/>
          </a:prstGeom>
          <a:scene3d>
            <a:camera prst="orthographicFront">
              <a:rot lat="19799996" lon="3600000" rev="0"/>
            </a:camera>
            <a:lightRig rig="threePt" dir="t"/>
          </a:scene3d>
        </p:spPr>
      </p:pic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0DD3A871-802F-97B9-6F8F-7CEA0C7BFB1C}"/>
              </a:ext>
            </a:extLst>
          </p:cNvPr>
          <p:cNvSpPr>
            <a:spLocks/>
          </p:cNvSpPr>
          <p:nvPr/>
        </p:nvSpPr>
        <p:spPr>
          <a:xfrm>
            <a:off x="588137" y="6040299"/>
            <a:ext cx="2268929" cy="38521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3AADBBAF-5B01-7358-E56C-C9529891C0FA}"/>
              </a:ext>
            </a:extLst>
          </p:cNvPr>
          <p:cNvSpPr>
            <a:spLocks/>
          </p:cNvSpPr>
          <p:nvPr/>
        </p:nvSpPr>
        <p:spPr>
          <a:xfrm>
            <a:off x="4804583" y="6040299"/>
            <a:ext cx="2268929" cy="38521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Convolution layer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79C90B99-0F32-CEF7-7CAF-F828403B447C}"/>
              </a:ext>
            </a:extLst>
          </p:cNvPr>
          <p:cNvSpPr>
            <a:spLocks/>
          </p:cNvSpPr>
          <p:nvPr/>
        </p:nvSpPr>
        <p:spPr>
          <a:xfrm>
            <a:off x="8743944" y="6040299"/>
            <a:ext cx="2268929" cy="38521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(6)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CF8C6-01F5-7D19-E19B-93303E51B0E7}"/>
              </a:ext>
            </a:extLst>
          </p:cNvPr>
          <p:cNvSpPr txBox="1">
            <a:spLocks/>
          </p:cNvSpPr>
          <p:nvPr/>
        </p:nvSpPr>
        <p:spPr>
          <a:xfrm>
            <a:off x="2593078" y="5069953"/>
            <a:ext cx="53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9FFF3B-D70F-7F09-B93C-F75FB1FC72EE}"/>
              </a:ext>
            </a:extLst>
          </p:cNvPr>
          <p:cNvSpPr txBox="1">
            <a:spLocks/>
          </p:cNvSpPr>
          <p:nvPr/>
        </p:nvSpPr>
        <p:spPr>
          <a:xfrm>
            <a:off x="9453446" y="4841329"/>
            <a:ext cx="63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Double Bracket 12">
                <a:extLst>
                  <a:ext uri="{FF2B5EF4-FFF2-40B4-BE49-F238E27FC236}">
                    <a16:creationId xmlns:a16="http://schemas.microsoft.com/office/drawing/2014/main" id="{BFD29C74-4A65-867E-457E-291E65D2BBA8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9625770" y="4214350"/>
                <a:ext cx="1747560" cy="538863"/>
              </a:xfrm>
              <a:prstGeom prst="bracketPair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Double Bracket 12">
                <a:extLst>
                  <a:ext uri="{FF2B5EF4-FFF2-40B4-BE49-F238E27FC236}">
                    <a16:creationId xmlns:a16="http://schemas.microsoft.com/office/drawing/2014/main" id="{BFD29C74-4A65-867E-457E-291E65D2BB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625770" y="4214350"/>
                <a:ext cx="1747560" cy="538863"/>
              </a:xfrm>
              <a:prstGeom prst="bracketPair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be 14">
            <a:extLst>
              <a:ext uri="{FF2B5EF4-FFF2-40B4-BE49-F238E27FC236}">
                <a16:creationId xmlns:a16="http://schemas.microsoft.com/office/drawing/2014/main" id="{53F7660B-218C-14B4-23C5-C933CE3FE9AF}"/>
              </a:ext>
            </a:extLst>
          </p:cNvPr>
          <p:cNvSpPr>
            <a:spLocks/>
          </p:cNvSpPr>
          <p:nvPr/>
        </p:nvSpPr>
        <p:spPr>
          <a:xfrm>
            <a:off x="7051528" y="3610001"/>
            <a:ext cx="1637108" cy="1828987"/>
          </a:xfrm>
          <a:prstGeom prst="cube">
            <a:avLst>
              <a:gd name="adj" fmla="val 36411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309070A-2842-9B6E-8986-CC2D722B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51C346-0B07-D5B8-EED4-7F3CD8636950}"/>
              </a:ext>
            </a:extLst>
          </p:cNvPr>
          <p:cNvSpPr txBox="1">
            <a:spLocks/>
          </p:cNvSpPr>
          <p:nvPr/>
        </p:nvSpPr>
        <p:spPr>
          <a:xfrm>
            <a:off x="6256367" y="5069953"/>
            <a:ext cx="53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3211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6ED5-BAE6-0681-AD1B-6D86F6D5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46DFD-E4AC-AB36-011E-3ED028A6D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GPT: Generative Pre-trained Transformer</a:t>
            </a:r>
          </a:p>
          <a:p>
            <a:r>
              <a:rPr lang="en-US" dirty="0"/>
              <a:t>Tokenization: </a:t>
            </a:r>
            <a:r>
              <a:rPr lang="en-US" dirty="0">
                <a:hlinkClick r:id="rId2"/>
              </a:rPr>
              <a:t>https://tiktokenizer.vercel.app/</a:t>
            </a:r>
            <a:r>
              <a:rPr lang="en-US" dirty="0"/>
              <a:t> </a:t>
            </a:r>
          </a:p>
          <a:p>
            <a:r>
              <a:rPr lang="en-US" dirty="0"/>
              <a:t>Vectorization: </a:t>
            </a:r>
            <a:r>
              <a:rPr lang="en-US" dirty="0">
                <a:hlinkClick r:id="rId3"/>
              </a:rPr>
              <a:t>https://projector.tensorflow.org/</a:t>
            </a:r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62,500+ Transformer Stock Photos, Pictures &amp; Royalty-Free ...">
            <a:extLst>
              <a:ext uri="{FF2B5EF4-FFF2-40B4-BE49-F238E27FC236}">
                <a16:creationId xmlns:a16="http://schemas.microsoft.com/office/drawing/2014/main" id="{3EAF18D5-F080-EB61-36F8-EB770275E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051" y="4001294"/>
            <a:ext cx="3636433" cy="272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ransformers Royalty-Free Images, Stock Photos &amp; Pictures ...">
            <a:extLst>
              <a:ext uri="{FF2B5EF4-FFF2-40B4-BE49-F238E27FC236}">
                <a16:creationId xmlns:a16="http://schemas.microsoft.com/office/drawing/2014/main" id="{AF79A6BD-D04A-6AE8-FDDB-69CB24897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516" y="4107656"/>
            <a:ext cx="2514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047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FAD44AF5-4BA2-0003-C502-068EC330B146}"/>
              </a:ext>
            </a:extLst>
          </p:cNvPr>
          <p:cNvGrpSpPr/>
          <p:nvPr/>
        </p:nvGrpSpPr>
        <p:grpSpPr>
          <a:xfrm>
            <a:off x="6266641" y="1947452"/>
            <a:ext cx="5484162" cy="3654935"/>
            <a:chOff x="749300" y="2855124"/>
            <a:chExt cx="5484162" cy="3654935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026F6A35-1861-57EB-07FE-EF4314245008}"/>
                </a:ext>
              </a:extLst>
            </p:cNvPr>
            <p:cNvCxnSpPr/>
            <p:nvPr/>
          </p:nvCxnSpPr>
          <p:spPr>
            <a:xfrm>
              <a:off x="2770003" y="5633351"/>
              <a:ext cx="346345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8520C22-D375-4999-7D54-F1C6CE3749CA}"/>
                </a:ext>
              </a:extLst>
            </p:cNvPr>
            <p:cNvSpPr txBox="1"/>
            <p:nvPr/>
          </p:nvSpPr>
          <p:spPr>
            <a:xfrm rot="16200000">
              <a:off x="1362387" y="3848679"/>
              <a:ext cx="2387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5"/>
                  </a:solidFill>
                </a:rPr>
                <a:t>Embedding 1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E9595B3-B2F1-B790-45F1-69A2B28530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300" y="5633351"/>
              <a:ext cx="2020703" cy="8767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0B76858-EB26-52A7-E081-E2A16ADA3FA4}"/>
                </a:ext>
              </a:extLst>
            </p:cNvPr>
            <p:cNvCxnSpPr/>
            <p:nvPr/>
          </p:nvCxnSpPr>
          <p:spPr>
            <a:xfrm flipV="1">
              <a:off x="2779899" y="3377499"/>
              <a:ext cx="0" cy="22611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4B6937-07D2-CA92-3EAC-2C6079CACF47}"/>
                </a:ext>
              </a:extLst>
            </p:cNvPr>
            <p:cNvSpPr txBox="1"/>
            <p:nvPr/>
          </p:nvSpPr>
          <p:spPr>
            <a:xfrm>
              <a:off x="3140763" y="5603770"/>
              <a:ext cx="27899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5"/>
                  </a:solidFill>
                </a:rPr>
                <a:t>Embedding 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93F2562-7DD6-7470-A223-B85CDABB718D}"/>
                </a:ext>
              </a:extLst>
            </p:cNvPr>
            <p:cNvSpPr txBox="1"/>
            <p:nvPr/>
          </p:nvSpPr>
          <p:spPr>
            <a:xfrm rot="20229142">
              <a:off x="785621" y="6015684"/>
              <a:ext cx="22757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5"/>
                  </a:solidFill>
                </a:rPr>
                <a:t>Embedding 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EB5176D-BAF3-934C-3CF4-5DB54A131CE0}"/>
                </a:ext>
              </a:extLst>
            </p:cNvPr>
            <p:cNvSpPr/>
            <p:nvPr/>
          </p:nvSpPr>
          <p:spPr>
            <a:xfrm>
              <a:off x="5149086" y="4691860"/>
              <a:ext cx="97513" cy="975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85CB202-0289-4577-90B0-62CA920B33C7}"/>
                </a:ext>
              </a:extLst>
            </p:cNvPr>
            <p:cNvSpPr/>
            <p:nvPr/>
          </p:nvSpPr>
          <p:spPr>
            <a:xfrm>
              <a:off x="4595856" y="4735049"/>
              <a:ext cx="97513" cy="975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AF6185-1216-A3FF-0309-80382CD858DE}"/>
                </a:ext>
              </a:extLst>
            </p:cNvPr>
            <p:cNvSpPr txBox="1"/>
            <p:nvPr/>
          </p:nvSpPr>
          <p:spPr>
            <a:xfrm>
              <a:off x="4826020" y="4691860"/>
              <a:ext cx="10554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dirty="0">
                  <a:solidFill>
                    <a:prstClr val="black"/>
                  </a:solidFill>
                  <a:latin typeface="Calibri" panose="020F0502020204030204"/>
                </a:rPr>
                <a:t>want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00998F-2367-61F1-07B5-57A9CD2E08D3}"/>
                </a:ext>
              </a:extLst>
            </p:cNvPr>
            <p:cNvSpPr txBox="1"/>
            <p:nvPr/>
          </p:nvSpPr>
          <p:spPr>
            <a:xfrm>
              <a:off x="4067303" y="4735049"/>
              <a:ext cx="10554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dirty="0">
                  <a:solidFill>
                    <a:prstClr val="black"/>
                  </a:solidFill>
                  <a:latin typeface="Calibri" panose="020F0502020204030204"/>
                </a:rPr>
                <a:t>pizza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F25CEFF-C4A3-0296-967D-03AAFAFF4AC5}"/>
                </a:ext>
              </a:extLst>
            </p:cNvPr>
            <p:cNvSpPr/>
            <p:nvPr/>
          </p:nvSpPr>
          <p:spPr>
            <a:xfrm>
              <a:off x="4907154" y="4228387"/>
              <a:ext cx="97513" cy="975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C36858F-7A29-3296-3E42-504FBFB6C83B}"/>
                </a:ext>
              </a:extLst>
            </p:cNvPr>
            <p:cNvSpPr txBox="1"/>
            <p:nvPr/>
          </p:nvSpPr>
          <p:spPr>
            <a:xfrm>
              <a:off x="4428167" y="4232351"/>
              <a:ext cx="10554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dirty="0">
                  <a:solidFill>
                    <a:prstClr val="black"/>
                  </a:solidFill>
                  <a:latin typeface="Calibri" panose="020F0502020204030204"/>
                </a:rPr>
                <a:t>I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56EA793-100A-CFD9-0D24-D96018BB2297}"/>
                </a:ext>
              </a:extLst>
            </p:cNvPr>
            <p:cNvSpPr/>
            <p:nvPr/>
          </p:nvSpPr>
          <p:spPr>
            <a:xfrm>
              <a:off x="2321523" y="4894416"/>
              <a:ext cx="97513" cy="9751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A476A8-06B3-AE0F-67E5-FCD8945AB4E2}"/>
                </a:ext>
              </a:extLst>
            </p:cNvPr>
            <p:cNvSpPr txBox="1"/>
            <p:nvPr/>
          </p:nvSpPr>
          <p:spPr>
            <a:xfrm>
              <a:off x="1828198" y="4833731"/>
              <a:ext cx="10554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dirty="0">
                  <a:solidFill>
                    <a:prstClr val="black"/>
                  </a:solidFill>
                  <a:latin typeface="Calibri" panose="020F0502020204030204"/>
                </a:rPr>
                <a:t>spore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13E5993-F2AD-8748-8E4D-9211B6BD06DD}"/>
              </a:ext>
            </a:extLst>
          </p:cNvPr>
          <p:cNvCxnSpPr/>
          <p:nvPr/>
        </p:nvCxnSpPr>
        <p:spPr>
          <a:xfrm>
            <a:off x="704850" y="652840"/>
            <a:ext cx="1052074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F86C9255-53F3-F3A1-509B-0571BAF0E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918616"/>
              </p:ext>
            </p:extLst>
          </p:nvPr>
        </p:nvGraphicFramePr>
        <p:xfrm>
          <a:off x="1245414" y="144836"/>
          <a:ext cx="9112250" cy="518160"/>
        </p:xfrm>
        <a:graphic>
          <a:graphicData uri="http://schemas.openxmlformats.org/drawingml/2006/table">
            <a:tbl>
              <a:tblPr firstRow="1" bandRow="1"/>
              <a:tblGrid>
                <a:gridCol w="1301750">
                  <a:extLst>
                    <a:ext uri="{9D8B030D-6E8A-4147-A177-3AD203B41FA5}">
                      <a16:colId xmlns:a16="http://schemas.microsoft.com/office/drawing/2014/main" val="2570038187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580800642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4099535118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1155820545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3297970949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1700271286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3145598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…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want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pizza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…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spore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…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369118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1512C87E-B618-A92A-05CA-A10FEEEFC2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7016774"/>
                  </p:ext>
                </p:extLst>
              </p:nvPr>
            </p:nvGraphicFramePr>
            <p:xfrm>
              <a:off x="336558" y="2311030"/>
              <a:ext cx="5134140" cy="403513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55690">
                      <a:extLst>
                        <a:ext uri="{9D8B030D-6E8A-4147-A177-3AD203B41FA5}">
                          <a16:colId xmlns:a16="http://schemas.microsoft.com/office/drawing/2014/main" val="2071441663"/>
                        </a:ext>
                      </a:extLst>
                    </a:gridCol>
                    <a:gridCol w="855690">
                      <a:extLst>
                        <a:ext uri="{9D8B030D-6E8A-4147-A177-3AD203B41FA5}">
                          <a16:colId xmlns:a16="http://schemas.microsoft.com/office/drawing/2014/main" val="2600372753"/>
                        </a:ext>
                      </a:extLst>
                    </a:gridCol>
                    <a:gridCol w="855690">
                      <a:extLst>
                        <a:ext uri="{9D8B030D-6E8A-4147-A177-3AD203B41FA5}">
                          <a16:colId xmlns:a16="http://schemas.microsoft.com/office/drawing/2014/main" val="2279507487"/>
                        </a:ext>
                      </a:extLst>
                    </a:gridCol>
                    <a:gridCol w="855690">
                      <a:extLst>
                        <a:ext uri="{9D8B030D-6E8A-4147-A177-3AD203B41FA5}">
                          <a16:colId xmlns:a16="http://schemas.microsoft.com/office/drawing/2014/main" val="211930170"/>
                        </a:ext>
                      </a:extLst>
                    </a:gridCol>
                    <a:gridCol w="855690">
                      <a:extLst>
                        <a:ext uri="{9D8B030D-6E8A-4147-A177-3AD203B41FA5}">
                          <a16:colId xmlns:a16="http://schemas.microsoft.com/office/drawing/2014/main" val="3941281690"/>
                        </a:ext>
                      </a:extLst>
                    </a:gridCol>
                    <a:gridCol w="855690">
                      <a:extLst>
                        <a:ext uri="{9D8B030D-6E8A-4147-A177-3AD203B41FA5}">
                          <a16:colId xmlns:a16="http://schemas.microsoft.com/office/drawing/2014/main" val="2939646694"/>
                        </a:ext>
                      </a:extLst>
                    </a:gridCol>
                  </a:tblGrid>
                  <a:tr h="321964">
                    <a:tc>
                      <a:txBody>
                        <a:bodyPr/>
                        <a:lstStyle/>
                        <a:p>
                          <a:pPr algn="ctr" fontAlgn="t"/>
                          <a:r>
                            <a:rPr lang="en-US" sz="2000" u="none" strike="noStrike" dirty="0">
                              <a:effectLst/>
                            </a:rPr>
                            <a:t> Vocabulary 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solidFill>
                                <a:schemeClr val="accent5"/>
                              </a:solidFill>
                              <a:effectLst/>
                            </a:rPr>
                            <a:t>Embedding 1</a:t>
                          </a:r>
                          <a:endParaRPr lang="en-US" sz="2000" b="0" i="0" u="none" strike="noStrike" dirty="0">
                            <a:solidFill>
                              <a:schemeClr val="accent5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solidFill>
                                <a:schemeClr val="accent5"/>
                              </a:solidFill>
                              <a:effectLst/>
                            </a:rPr>
                            <a:t>Embedding 2</a:t>
                          </a:r>
                          <a:endParaRPr lang="en-US" sz="2000" b="0" i="0" u="none" strike="noStrike" dirty="0">
                            <a:solidFill>
                              <a:schemeClr val="accent5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solidFill>
                                <a:schemeClr val="accent5"/>
                              </a:solidFill>
                              <a:effectLst/>
                            </a:rPr>
                            <a:t>Embedding 3</a:t>
                          </a:r>
                          <a:endParaRPr lang="en-US" sz="2000" b="0" i="0" u="none" strike="noStrike" dirty="0">
                            <a:solidFill>
                              <a:schemeClr val="accent5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Embedding n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extLst>
                      <a:ext uri="{0D108BD9-81ED-4DB2-BD59-A6C34878D82A}">
                        <a16:rowId xmlns:a16="http://schemas.microsoft.com/office/drawing/2014/main" val="3219751157"/>
                      </a:ext>
                    </a:extLst>
                  </a:tr>
                  <a:tr h="109238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extLst>
                      <a:ext uri="{0D108BD9-81ED-4DB2-BD59-A6C34878D82A}">
                        <a16:rowId xmlns:a16="http://schemas.microsoft.com/office/drawing/2014/main" val="3133799184"/>
                      </a:ext>
                    </a:extLst>
                  </a:tr>
                  <a:tr h="623806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I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extLst>
                      <a:ext uri="{0D108BD9-81ED-4DB2-BD59-A6C34878D82A}">
                        <a16:rowId xmlns:a16="http://schemas.microsoft.com/office/drawing/2014/main" val="3840126237"/>
                      </a:ext>
                    </a:extLst>
                  </a:tr>
                  <a:tr h="623806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want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extLst>
                      <a:ext uri="{0D108BD9-81ED-4DB2-BD59-A6C34878D82A}">
                        <a16:rowId xmlns:a16="http://schemas.microsoft.com/office/drawing/2014/main" val="2863061204"/>
                      </a:ext>
                    </a:extLst>
                  </a:tr>
                  <a:tr h="623806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pizza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extLst>
                      <a:ext uri="{0D108BD9-81ED-4DB2-BD59-A6C34878D82A}">
                        <a16:rowId xmlns:a16="http://schemas.microsoft.com/office/drawing/2014/main" val="1165819728"/>
                      </a:ext>
                    </a:extLst>
                  </a:tr>
                  <a:tr h="109238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extLst>
                      <a:ext uri="{0D108BD9-81ED-4DB2-BD59-A6C34878D82A}">
                        <a16:rowId xmlns:a16="http://schemas.microsoft.com/office/drawing/2014/main" val="2885093987"/>
                      </a:ext>
                    </a:extLst>
                  </a:tr>
                  <a:tr h="623806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spore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extLst>
                      <a:ext uri="{0D108BD9-81ED-4DB2-BD59-A6C34878D82A}">
                        <a16:rowId xmlns:a16="http://schemas.microsoft.com/office/drawing/2014/main" val="3723269766"/>
                      </a:ext>
                    </a:extLst>
                  </a:tr>
                  <a:tr h="109238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extLst>
                      <a:ext uri="{0D108BD9-81ED-4DB2-BD59-A6C34878D82A}">
                        <a16:rowId xmlns:a16="http://schemas.microsoft.com/office/drawing/2014/main" val="230566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1512C87E-B618-A92A-05CA-A10FEEEFC2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7016774"/>
                  </p:ext>
                </p:extLst>
              </p:nvPr>
            </p:nvGraphicFramePr>
            <p:xfrm>
              <a:off x="336558" y="2311030"/>
              <a:ext cx="5134140" cy="4035132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55690">
                      <a:extLst>
                        <a:ext uri="{9D8B030D-6E8A-4147-A177-3AD203B41FA5}">
                          <a16:colId xmlns:a16="http://schemas.microsoft.com/office/drawing/2014/main" val="2071441663"/>
                        </a:ext>
                      </a:extLst>
                    </a:gridCol>
                    <a:gridCol w="855690">
                      <a:extLst>
                        <a:ext uri="{9D8B030D-6E8A-4147-A177-3AD203B41FA5}">
                          <a16:colId xmlns:a16="http://schemas.microsoft.com/office/drawing/2014/main" val="2600372753"/>
                        </a:ext>
                      </a:extLst>
                    </a:gridCol>
                    <a:gridCol w="855690">
                      <a:extLst>
                        <a:ext uri="{9D8B030D-6E8A-4147-A177-3AD203B41FA5}">
                          <a16:colId xmlns:a16="http://schemas.microsoft.com/office/drawing/2014/main" val="2279507487"/>
                        </a:ext>
                      </a:extLst>
                    </a:gridCol>
                    <a:gridCol w="855690">
                      <a:extLst>
                        <a:ext uri="{9D8B030D-6E8A-4147-A177-3AD203B41FA5}">
                          <a16:colId xmlns:a16="http://schemas.microsoft.com/office/drawing/2014/main" val="211930170"/>
                        </a:ext>
                      </a:extLst>
                    </a:gridCol>
                    <a:gridCol w="855690">
                      <a:extLst>
                        <a:ext uri="{9D8B030D-6E8A-4147-A177-3AD203B41FA5}">
                          <a16:colId xmlns:a16="http://schemas.microsoft.com/office/drawing/2014/main" val="3941281690"/>
                        </a:ext>
                      </a:extLst>
                    </a:gridCol>
                    <a:gridCol w="855690">
                      <a:extLst>
                        <a:ext uri="{9D8B030D-6E8A-4147-A177-3AD203B41FA5}">
                          <a16:colId xmlns:a16="http://schemas.microsoft.com/office/drawing/2014/main" val="2939646694"/>
                        </a:ext>
                      </a:extLst>
                    </a:gridCol>
                  </a:tblGrid>
                  <a:tr h="613577">
                    <a:tc>
                      <a:txBody>
                        <a:bodyPr/>
                        <a:lstStyle/>
                        <a:p>
                          <a:pPr algn="ctr" fontAlgn="t"/>
                          <a:r>
                            <a:rPr lang="en-US" sz="2000" u="none" strike="noStrike" dirty="0">
                              <a:effectLst/>
                            </a:rPr>
                            <a:t> Vocabulary 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solidFill>
                                <a:schemeClr val="accent5"/>
                              </a:solidFill>
                              <a:effectLst/>
                            </a:rPr>
                            <a:t>Embedding 1</a:t>
                          </a:r>
                          <a:endParaRPr lang="en-US" sz="2000" b="0" i="0" u="none" strike="noStrike" dirty="0">
                            <a:solidFill>
                              <a:schemeClr val="accent5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solidFill>
                                <a:schemeClr val="accent5"/>
                              </a:solidFill>
                              <a:effectLst/>
                            </a:rPr>
                            <a:t>Embedding 2</a:t>
                          </a:r>
                          <a:endParaRPr lang="en-US" sz="2000" b="0" i="0" u="none" strike="noStrike" dirty="0">
                            <a:solidFill>
                              <a:schemeClr val="accent5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solidFill>
                                <a:schemeClr val="accent5"/>
                              </a:solidFill>
                              <a:effectLst/>
                            </a:rPr>
                            <a:t>Embedding 3</a:t>
                          </a:r>
                          <a:endParaRPr lang="en-US" sz="2000" b="0" i="0" u="none" strike="noStrike" dirty="0">
                            <a:solidFill>
                              <a:schemeClr val="accent5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Embedding n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extLst>
                      <a:ext uri="{0D108BD9-81ED-4DB2-BD59-A6C34878D82A}">
                        <a16:rowId xmlns:a16="http://schemas.microsoft.com/office/drawing/2014/main" val="3219751157"/>
                      </a:ext>
                    </a:extLst>
                  </a:tr>
                  <a:tr h="308777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extLst>
                      <a:ext uri="{0D108BD9-81ED-4DB2-BD59-A6C34878D82A}">
                        <a16:rowId xmlns:a16="http://schemas.microsoft.com/office/drawing/2014/main" val="3133799184"/>
                      </a:ext>
                    </a:extLst>
                  </a:tr>
                  <a:tr h="623806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I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101429" t="-160784" r="-402857" b="-425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200000" t="-160784" r="-300000" b="-425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302143" t="-160784" r="-202143" b="-425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502857" t="-160784" r="-1429" b="-425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0126237"/>
                      </a:ext>
                    </a:extLst>
                  </a:tr>
                  <a:tr h="623806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want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101429" t="-258252" r="-402857" b="-3213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200000" t="-258252" r="-300000" b="-3213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302143" t="-258252" r="-202143" b="-3213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502857" t="-258252" r="-1429" b="-3213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3061204"/>
                      </a:ext>
                    </a:extLst>
                  </a:tr>
                  <a:tr h="623806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pizza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101429" t="-361765" r="-402857" b="-224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200000" t="-361765" r="-300000" b="-224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302143" t="-361765" r="-202143" b="-224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502857" t="-361765" r="-1429" b="-224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819728"/>
                      </a:ext>
                    </a:extLst>
                  </a:tr>
                  <a:tr h="308777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extLst>
                      <a:ext uri="{0D108BD9-81ED-4DB2-BD59-A6C34878D82A}">
                        <a16:rowId xmlns:a16="http://schemas.microsoft.com/office/drawing/2014/main" val="2885093987"/>
                      </a:ext>
                    </a:extLst>
                  </a:tr>
                  <a:tr h="623806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spore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101429" t="-511765" r="-402857" b="-74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200000" t="-511765" r="-300000" b="-74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302143" t="-511765" r="-202143" b="-74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977" marR="3977" marT="3977" marB="0" anchor="ctr">
                        <a:blipFill>
                          <a:blip r:embed="rId2"/>
                          <a:stretch>
                            <a:fillRect l="-502857" t="-511765" r="-1429" b="-74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3269766"/>
                      </a:ext>
                    </a:extLst>
                  </a:tr>
                  <a:tr h="308777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>
                              <a:effectLst/>
                            </a:rPr>
                            <a:t>…</a:t>
                          </a:r>
                          <a:endParaRPr lang="en-US" sz="2000" b="0" i="0" u="none" strike="noStrike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2000" u="none" strike="noStrike" dirty="0">
                              <a:effectLst/>
                            </a:rPr>
                            <a:t>…</a:t>
                          </a:r>
                          <a:endParaRPr lang="en-US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977" marR="3977" marT="3977" marB="0" anchor="ctr"/>
                    </a:tc>
                    <a:extLst>
                      <a:ext uri="{0D108BD9-81ED-4DB2-BD59-A6C34878D82A}">
                        <a16:rowId xmlns:a16="http://schemas.microsoft.com/office/drawing/2014/main" val="2305663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9" name="Left Brace 38">
            <a:extLst>
              <a:ext uri="{FF2B5EF4-FFF2-40B4-BE49-F238E27FC236}">
                <a16:creationId xmlns:a16="http://schemas.microsoft.com/office/drawing/2014/main" id="{9396C691-CBB6-0C1E-DD2E-7165FE44FB59}"/>
              </a:ext>
            </a:extLst>
          </p:cNvPr>
          <p:cNvSpPr/>
          <p:nvPr/>
        </p:nvSpPr>
        <p:spPr>
          <a:xfrm rot="16200000">
            <a:off x="5778124" y="-4354771"/>
            <a:ext cx="374200" cy="10520746"/>
          </a:xfrm>
          <a:prstGeom prst="leftBrace">
            <a:avLst>
              <a:gd name="adj1" fmla="val 159362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369317-7E9B-D293-7772-2838E38A47AF}"/>
              </a:ext>
            </a:extLst>
          </p:cNvPr>
          <p:cNvSpPr txBox="1"/>
          <p:nvPr/>
        </p:nvSpPr>
        <p:spPr>
          <a:xfrm>
            <a:off x="704849" y="1163172"/>
            <a:ext cx="1052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Total Text Corpus</a:t>
            </a:r>
          </a:p>
        </p:txBody>
      </p:sp>
    </p:spTree>
    <p:extLst>
      <p:ext uri="{BB962C8B-B14F-4D97-AF65-F5344CB8AC3E}">
        <p14:creationId xmlns:p14="http://schemas.microsoft.com/office/powerpoint/2010/main" val="349753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GitHub - tanishqgautam/Transformers: Pytorch Implementation of Transformers">
            <a:extLst>
              <a:ext uri="{FF2B5EF4-FFF2-40B4-BE49-F238E27FC236}">
                <a16:creationId xmlns:a16="http://schemas.microsoft.com/office/drawing/2014/main" id="{9B353FAE-E080-48E2-CE63-072B5A827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2"/>
          <a:stretch/>
        </p:blipFill>
        <p:spPr bwMode="auto">
          <a:xfrm>
            <a:off x="1096236" y="307022"/>
            <a:ext cx="9568589" cy="600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2EDDB1-9503-5808-A13A-A0E8AEB72031}"/>
              </a:ext>
            </a:extLst>
          </p:cNvPr>
          <p:cNvSpPr txBox="1"/>
          <p:nvPr/>
        </p:nvSpPr>
        <p:spPr>
          <a:xfrm>
            <a:off x="0" y="631005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Vaswani, A. (2017). Attention is all you need. </a:t>
            </a:r>
            <a:r>
              <a:rPr lang="en-US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Advances in Neural Information Processing Systems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7487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Parameters 175 B</a:t>
            </a:r>
          </a:p>
          <a:p>
            <a:r>
              <a:rPr lang="en-US" dirty="0"/>
              <a:t>Dataset 45T </a:t>
            </a:r>
          </a:p>
          <a:p>
            <a:r>
              <a:rPr lang="en-US" dirty="0"/>
              <a:t>96 attention heads</a:t>
            </a:r>
          </a:p>
          <a:p>
            <a:r>
              <a:rPr lang="en-US" dirty="0"/>
              <a:t>2048 token size</a:t>
            </a:r>
          </a:p>
          <a:p>
            <a:r>
              <a:rPr lang="en-US" dirty="0"/>
              <a:t>Learn from their chief scientist: </a:t>
            </a:r>
            <a:r>
              <a:rPr lang="en-US" dirty="0">
                <a:hlinkClick r:id="rId2"/>
              </a:rPr>
              <a:t>https://www.youtube.com/watch?v=kCc8FmEb1nY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0665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Theme2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2" id="{5CAD93B6-D67C-45D3-93C1-BC9116852A6A}" vid="{08DC6F39-8143-49A5-9036-5CDD2C649E5F}"/>
    </a:ext>
  </a:extLst>
</a:theme>
</file>

<file path=ppt/theme/theme4.xml><?xml version="1.0" encoding="utf-8"?>
<a:theme xmlns:a="http://schemas.openxmlformats.org/drawingml/2006/main" name="1_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heme1">
  <a:themeElements>
    <a:clrScheme name="Custom 1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sz="1400" dirty="0" smtClean="0">
            <a:solidFill>
              <a:schemeClr val="bg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2DC2ADA4-67A3-4136-9A41-04B6EFCEBBA8}" vid="{8D7F6D3F-7026-4FAE-B40F-84812164461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6044</TotalTime>
  <Words>1362</Words>
  <Application>Microsoft Office PowerPoint</Application>
  <PresentationFormat>Widescreen</PresentationFormat>
  <Paragraphs>693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47</vt:i4>
      </vt:variant>
    </vt:vector>
  </HeadingPairs>
  <TitlesOfParts>
    <vt:vector size="65" baseType="lpstr">
      <vt:lpstr>Inter</vt:lpstr>
      <vt:lpstr>Noto Sans Symbols</vt:lpstr>
      <vt:lpstr>Aptos</vt:lpstr>
      <vt:lpstr>Aptos Display</vt:lpstr>
      <vt:lpstr>Arial</vt:lpstr>
      <vt:lpstr>Calibri</vt:lpstr>
      <vt:lpstr>Cambria Math</vt:lpstr>
      <vt:lpstr>Century Gothic</vt:lpstr>
      <vt:lpstr>Open Sans</vt:lpstr>
      <vt:lpstr>Questrial</vt:lpstr>
      <vt:lpstr>Times New Roman</vt:lpstr>
      <vt:lpstr>Trebuchet MS</vt:lpstr>
      <vt:lpstr>Wingdings</vt:lpstr>
      <vt:lpstr>Office Theme</vt:lpstr>
      <vt:lpstr>Title &amp; Bullet</vt:lpstr>
      <vt:lpstr>1_Theme2</vt:lpstr>
      <vt:lpstr>1_Title &amp; Bullet</vt:lpstr>
      <vt:lpstr>Theme1</vt:lpstr>
      <vt:lpstr>Hands-on 2: Computer vision classification for cattle food grading with a hands-on exercise (Python) on Google Co-lab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 types</vt:lpstr>
      <vt:lpstr>PowerPoint Presentation</vt:lpstr>
      <vt:lpstr>Regression loss</vt:lpstr>
      <vt:lpstr>One hot encoding for y_true</vt:lpstr>
      <vt:lpstr>Softmax for y_pred</vt:lpstr>
      <vt:lpstr>PowerPoint Presentation</vt:lpstr>
      <vt:lpstr>Cross entropy loss for classification</vt:lpstr>
      <vt:lpstr>PowerPoint Presentation</vt:lpstr>
      <vt:lpstr>PowerPoint Presentation</vt:lpstr>
      <vt:lpstr>Weight update</vt:lpstr>
      <vt:lpstr>Use the model</vt:lpstr>
      <vt:lpstr>PowerPoint Presentation</vt:lpstr>
      <vt:lpstr>PowerPoint Presentation</vt:lpstr>
      <vt:lpstr>Computer vision</vt:lpstr>
      <vt:lpstr>PowerPoint Presentation</vt:lpstr>
      <vt:lpstr>PowerPoint Presentation</vt:lpstr>
      <vt:lpstr>Grey Scale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Convolution Computation</vt:lpstr>
      <vt:lpstr>PowerPoint Presentation</vt:lpstr>
      <vt:lpstr>Convolutional Nueral Network</vt:lpstr>
      <vt:lpstr>https://github.com/TAMIDSpiyalong/2025ASAS.git </vt:lpstr>
      <vt:lpstr>Large dataset</vt:lpstr>
      <vt:lpstr>Transfer learning </vt:lpstr>
      <vt:lpstr>Transfer learning </vt:lpstr>
      <vt:lpstr>Transformer</vt:lpstr>
      <vt:lpstr>PowerPoint Presentation</vt:lpstr>
      <vt:lpstr>PowerPoint Presentation</vt:lpstr>
      <vt:lpstr>GPT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Pi, Yalong</dc:creator>
  <cp:lastModifiedBy>Pi, Yalong</cp:lastModifiedBy>
  <cp:revision>2</cp:revision>
  <dcterms:created xsi:type="dcterms:W3CDTF">2025-03-20T17:05:40Z</dcterms:created>
  <dcterms:modified xsi:type="dcterms:W3CDTF">2025-06-24T15:07:19Z</dcterms:modified>
</cp:coreProperties>
</file>